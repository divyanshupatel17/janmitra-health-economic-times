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5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52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683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JanMitra Health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1066800"/>
            <a:ext cx="671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Patient Communication for India's Primary Healthcare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76808" y="508000"/>
            <a:ext cx="2870200" cy="457200"/>
          </a:xfrm>
          <a:custGeom>
            <a:avLst/>
            <a:gdLst/>
            <a:ahLst/>
            <a:cxnLst/>
            <a:rect l="l" t="t" r="r" b="b"/>
            <a:pathLst>
              <a:path w="2870200" h="457200">
                <a:moveTo>
                  <a:pt x="228600" y="0"/>
                </a:moveTo>
                <a:lnTo>
                  <a:pt x="2641600" y="0"/>
                </a:lnTo>
                <a:cubicBezTo>
                  <a:pt x="2767768" y="0"/>
                  <a:pt x="2870200" y="102432"/>
                  <a:pt x="2870200" y="228600"/>
                </a:cubicBezTo>
                <a:lnTo>
                  <a:pt x="2870200" y="228600"/>
                </a:lnTo>
                <a:cubicBezTo>
                  <a:pt x="2870200" y="354768"/>
                  <a:pt x="2767768" y="457200"/>
                  <a:pt x="2641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111758" y="622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48176"/>
                </a:moveTo>
                <a:lnTo>
                  <a:pt x="107603" y="38889"/>
                </a:lnTo>
                <a:cubicBezTo>
                  <a:pt x="96441" y="23440"/>
                  <a:pt x="78537" y="14288"/>
                  <a:pt x="59427" y="14288"/>
                </a:cubicBezTo>
                <a:cubicBezTo>
                  <a:pt x="26610" y="14288"/>
                  <a:pt x="0" y="40898"/>
                  <a:pt x="0" y="73715"/>
                </a:cubicBezTo>
                <a:lnTo>
                  <a:pt x="0" y="74875"/>
                </a:lnTo>
                <a:cubicBezTo>
                  <a:pt x="0" y="85412"/>
                  <a:pt x="2768" y="96307"/>
                  <a:pt x="7412" y="107156"/>
                </a:cubicBezTo>
                <a:lnTo>
                  <a:pt x="54739" y="107156"/>
                </a:lnTo>
                <a:cubicBezTo>
                  <a:pt x="56168" y="107156"/>
                  <a:pt x="57463" y="106308"/>
                  <a:pt x="58043" y="104968"/>
                </a:cubicBezTo>
                <a:lnTo>
                  <a:pt x="72241" y="70902"/>
                </a:lnTo>
                <a:cubicBezTo>
                  <a:pt x="73893" y="66973"/>
                  <a:pt x="77733" y="64383"/>
                  <a:pt x="81975" y="64294"/>
                </a:cubicBezTo>
                <a:cubicBezTo>
                  <a:pt x="86216" y="64204"/>
                  <a:pt x="90145" y="66705"/>
                  <a:pt x="91886" y="70589"/>
                </a:cubicBezTo>
                <a:lnTo>
                  <a:pt x="114791" y="121444"/>
                </a:lnTo>
                <a:lnTo>
                  <a:pt x="133276" y="84475"/>
                </a:lnTo>
                <a:cubicBezTo>
                  <a:pt x="135106" y="80858"/>
                  <a:pt x="138812" y="78537"/>
                  <a:pt x="142875" y="78537"/>
                </a:cubicBezTo>
                <a:cubicBezTo>
                  <a:pt x="146938" y="78537"/>
                  <a:pt x="150644" y="80814"/>
                  <a:pt x="152474" y="84475"/>
                </a:cubicBezTo>
                <a:lnTo>
                  <a:pt x="162833" y="105147"/>
                </a:lnTo>
                <a:cubicBezTo>
                  <a:pt x="163458" y="106353"/>
                  <a:pt x="164663" y="107112"/>
                  <a:pt x="166048" y="107112"/>
                </a:cubicBezTo>
                <a:lnTo>
                  <a:pt x="221233" y="107112"/>
                </a:lnTo>
                <a:cubicBezTo>
                  <a:pt x="225921" y="96262"/>
                  <a:pt x="228645" y="85368"/>
                  <a:pt x="228645" y="74831"/>
                </a:cubicBezTo>
                <a:lnTo>
                  <a:pt x="228645" y="73670"/>
                </a:lnTo>
                <a:cubicBezTo>
                  <a:pt x="228600" y="40898"/>
                  <a:pt x="201990" y="14288"/>
                  <a:pt x="169173" y="14288"/>
                </a:cubicBezTo>
                <a:cubicBezTo>
                  <a:pt x="150108" y="14288"/>
                  <a:pt x="132159" y="23440"/>
                  <a:pt x="120997" y="38889"/>
                </a:cubicBezTo>
                <a:lnTo>
                  <a:pt x="114300" y="48131"/>
                </a:lnTo>
                <a:close/>
                <a:moveTo>
                  <a:pt x="209669" y="128588"/>
                </a:moveTo>
                <a:lnTo>
                  <a:pt x="166003" y="128588"/>
                </a:lnTo>
                <a:cubicBezTo>
                  <a:pt x="156537" y="128588"/>
                  <a:pt x="147876" y="123230"/>
                  <a:pt x="143634" y="114746"/>
                </a:cubicBezTo>
                <a:lnTo>
                  <a:pt x="142875" y="113228"/>
                </a:lnTo>
                <a:lnTo>
                  <a:pt x="123899" y="151224"/>
                </a:lnTo>
                <a:cubicBezTo>
                  <a:pt x="122069" y="154930"/>
                  <a:pt x="118229" y="157252"/>
                  <a:pt x="114077" y="157163"/>
                </a:cubicBezTo>
                <a:cubicBezTo>
                  <a:pt x="109924" y="157073"/>
                  <a:pt x="106219" y="154618"/>
                  <a:pt x="104522" y="150867"/>
                </a:cubicBezTo>
                <a:lnTo>
                  <a:pt x="82510" y="101977"/>
                </a:lnTo>
                <a:lnTo>
                  <a:pt x="77822" y="113228"/>
                </a:lnTo>
                <a:cubicBezTo>
                  <a:pt x="73938" y="122560"/>
                  <a:pt x="64830" y="128632"/>
                  <a:pt x="54739" y="128632"/>
                </a:cubicBezTo>
                <a:lnTo>
                  <a:pt x="18931" y="128632"/>
                </a:lnTo>
                <a:cubicBezTo>
                  <a:pt x="40005" y="161583"/>
                  <a:pt x="73849" y="191899"/>
                  <a:pt x="95012" y="208062"/>
                </a:cubicBezTo>
                <a:cubicBezTo>
                  <a:pt x="100548" y="212259"/>
                  <a:pt x="107335" y="214357"/>
                  <a:pt x="114255" y="214357"/>
                </a:cubicBezTo>
                <a:cubicBezTo>
                  <a:pt x="121176" y="214357"/>
                  <a:pt x="128007" y="212303"/>
                  <a:pt x="133499" y="208062"/>
                </a:cubicBezTo>
                <a:cubicBezTo>
                  <a:pt x="154751" y="191854"/>
                  <a:pt x="188595" y="161538"/>
                  <a:pt x="209669" y="128588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378458" y="609600"/>
            <a:ext cx="217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 GenAI Hackathon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4350" y="1682750"/>
            <a:ext cx="7480300" cy="3187700"/>
          </a:xfrm>
          <a:custGeom>
            <a:avLst/>
            <a:gdLst/>
            <a:ahLst/>
            <a:cxnLst/>
            <a:rect l="l" t="t" r="r" b="b"/>
            <a:pathLst>
              <a:path w="7480300" h="3187700">
                <a:moveTo>
                  <a:pt x="203216" y="0"/>
                </a:moveTo>
                <a:lnTo>
                  <a:pt x="7277084" y="0"/>
                </a:lnTo>
                <a:cubicBezTo>
                  <a:pt x="7389317" y="0"/>
                  <a:pt x="7480300" y="90983"/>
                  <a:pt x="7480300" y="203216"/>
                </a:cubicBezTo>
                <a:lnTo>
                  <a:pt x="7480300" y="2984484"/>
                </a:lnTo>
                <a:cubicBezTo>
                  <a:pt x="7480300" y="3096717"/>
                  <a:pt x="7389317" y="3187700"/>
                  <a:pt x="7277084" y="3187700"/>
                </a:cubicBezTo>
                <a:lnTo>
                  <a:pt x="203216" y="3187700"/>
                </a:lnTo>
                <a:cubicBezTo>
                  <a:pt x="90983" y="3187700"/>
                  <a:pt x="0" y="3096717"/>
                  <a:pt x="0" y="2984484"/>
                </a:cubicBezTo>
                <a:lnTo>
                  <a:pt x="0" y="203216"/>
                </a:lnTo>
                <a:cubicBezTo>
                  <a:pt x="0" y="90983"/>
                  <a:pt x="90983" y="0"/>
                  <a:pt x="20321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4700" y="1943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92175" y="2057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82700" y="1968500"/>
            <a:ext cx="124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Crisis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4700" y="2527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4171" y="25781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1900" y="2501900"/>
            <a:ext cx="6311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NCDs drive over half</a:t>
            </a: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deaths in India—hypertension, diabetes, COPD dominate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4700" y="3009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5031" y="30607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9/10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1900" y="2984500"/>
            <a:ext cx="6591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Indians have inadequate health literacy</a:t>
            </a: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—patients forget medications, diet, follow-ups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4700" y="3740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41375" y="38163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38100" y="19050"/>
                </a:moveTo>
                <a:cubicBezTo>
                  <a:pt x="38100" y="8543"/>
                  <a:pt x="46643" y="0"/>
                  <a:pt x="57150" y="0"/>
                </a:cubicBezTo>
                <a:lnTo>
                  <a:pt x="114300" y="0"/>
                </a:lnTo>
                <a:cubicBezTo>
                  <a:pt x="124807" y="0"/>
                  <a:pt x="133350" y="8543"/>
                  <a:pt x="133350" y="19050"/>
                </a:cubicBezTo>
                <a:lnTo>
                  <a:pt x="133350" y="38100"/>
                </a:lnTo>
                <a:lnTo>
                  <a:pt x="152400" y="38100"/>
                </a:lnTo>
                <a:cubicBezTo>
                  <a:pt x="162907" y="38100"/>
                  <a:pt x="171450" y="46643"/>
                  <a:pt x="171450" y="57150"/>
                </a:cubicBezTo>
                <a:lnTo>
                  <a:pt x="171450" y="133350"/>
                </a:lnTo>
                <a:cubicBezTo>
                  <a:pt x="171450" y="143857"/>
                  <a:pt x="162907" y="152400"/>
                  <a:pt x="15240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57150"/>
                </a:lnTo>
                <a:cubicBezTo>
                  <a:pt x="0" y="46643"/>
                  <a:pt x="8543" y="38100"/>
                  <a:pt x="19050" y="38100"/>
                </a:cubicBezTo>
                <a:lnTo>
                  <a:pt x="38100" y="38100"/>
                </a:lnTo>
                <a:lnTo>
                  <a:pt x="38100" y="19050"/>
                </a:lnTo>
                <a:close/>
                <a:moveTo>
                  <a:pt x="80962" y="104775"/>
                </a:moveTo>
                <a:cubicBezTo>
                  <a:pt x="75694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100013" y="138113"/>
                </a:lnTo>
                <a:lnTo>
                  <a:pt x="100013" y="114300"/>
                </a:lnTo>
                <a:cubicBezTo>
                  <a:pt x="100013" y="109031"/>
                  <a:pt x="95756" y="104775"/>
                  <a:pt x="90488" y="104775"/>
                </a:cubicBezTo>
                <a:lnTo>
                  <a:pt x="80962" y="104775"/>
                </a:lnTo>
                <a:close/>
                <a:moveTo>
                  <a:pt x="38100" y="109537"/>
                </a:moveTo>
                <a:lnTo>
                  <a:pt x="38100" y="100013"/>
                </a:lnTo>
                <a:cubicBezTo>
                  <a:pt x="38100" y="97393"/>
                  <a:pt x="35957" y="95250"/>
                  <a:pt x="33338" y="95250"/>
                </a:cubicBezTo>
                <a:lnTo>
                  <a:pt x="23813" y="95250"/>
                </a:lnTo>
                <a:cubicBezTo>
                  <a:pt x="21193" y="95250"/>
                  <a:pt x="19050" y="97393"/>
                  <a:pt x="19050" y="100013"/>
                </a:cubicBezTo>
                <a:lnTo>
                  <a:pt x="19050" y="109537"/>
                </a:lnTo>
                <a:cubicBezTo>
                  <a:pt x="19050" y="112157"/>
                  <a:pt x="21193" y="114300"/>
                  <a:pt x="23813" y="114300"/>
                </a:cubicBezTo>
                <a:lnTo>
                  <a:pt x="33338" y="114300"/>
                </a:lnTo>
                <a:cubicBezTo>
                  <a:pt x="35957" y="114300"/>
                  <a:pt x="38100" y="112157"/>
                  <a:pt x="38100" y="109537"/>
                </a:cubicBezTo>
                <a:close/>
                <a:moveTo>
                  <a:pt x="33338" y="76200"/>
                </a:moveTo>
                <a:cubicBezTo>
                  <a:pt x="35957" y="76200"/>
                  <a:pt x="38100" y="74057"/>
                  <a:pt x="38100" y="71438"/>
                </a:cubicBezTo>
                <a:lnTo>
                  <a:pt x="38100" y="61912"/>
                </a:lnTo>
                <a:cubicBezTo>
                  <a:pt x="38100" y="59293"/>
                  <a:pt x="35957" y="57150"/>
                  <a:pt x="33338" y="57150"/>
                </a:cubicBezTo>
                <a:lnTo>
                  <a:pt x="23813" y="57150"/>
                </a:lnTo>
                <a:cubicBezTo>
                  <a:pt x="21193" y="57150"/>
                  <a:pt x="19050" y="59293"/>
                  <a:pt x="19050" y="61912"/>
                </a:cubicBezTo>
                <a:lnTo>
                  <a:pt x="19050" y="71438"/>
                </a:lnTo>
                <a:cubicBezTo>
                  <a:pt x="19050" y="74057"/>
                  <a:pt x="21193" y="76200"/>
                  <a:pt x="23813" y="76200"/>
                </a:cubicBezTo>
                <a:lnTo>
                  <a:pt x="33338" y="76200"/>
                </a:lnTo>
                <a:close/>
                <a:moveTo>
                  <a:pt x="152400" y="109537"/>
                </a:moveTo>
                <a:lnTo>
                  <a:pt x="152400" y="100013"/>
                </a:lnTo>
                <a:cubicBezTo>
                  <a:pt x="152400" y="97393"/>
                  <a:pt x="150257" y="95250"/>
                  <a:pt x="147638" y="95250"/>
                </a:cubicBezTo>
                <a:lnTo>
                  <a:pt x="138113" y="95250"/>
                </a:lnTo>
                <a:cubicBezTo>
                  <a:pt x="135493" y="95250"/>
                  <a:pt x="133350" y="97393"/>
                  <a:pt x="133350" y="100013"/>
                </a:cubicBezTo>
                <a:lnTo>
                  <a:pt x="133350" y="109537"/>
                </a:lnTo>
                <a:cubicBezTo>
                  <a:pt x="133350" y="112157"/>
                  <a:pt x="135493" y="114300"/>
                  <a:pt x="138113" y="114300"/>
                </a:cubicBezTo>
                <a:lnTo>
                  <a:pt x="147638" y="114300"/>
                </a:lnTo>
                <a:cubicBezTo>
                  <a:pt x="150257" y="114300"/>
                  <a:pt x="152400" y="112157"/>
                  <a:pt x="152400" y="109537"/>
                </a:cubicBezTo>
                <a:close/>
                <a:moveTo>
                  <a:pt x="147638" y="76200"/>
                </a:moveTo>
                <a:cubicBezTo>
                  <a:pt x="150257" y="76200"/>
                  <a:pt x="152400" y="74057"/>
                  <a:pt x="152400" y="71438"/>
                </a:cubicBezTo>
                <a:lnTo>
                  <a:pt x="152400" y="61912"/>
                </a:lnTo>
                <a:cubicBezTo>
                  <a:pt x="152400" y="59293"/>
                  <a:pt x="150257" y="57150"/>
                  <a:pt x="147638" y="57150"/>
                </a:cubicBezTo>
                <a:lnTo>
                  <a:pt x="138113" y="57150"/>
                </a:lnTo>
                <a:cubicBezTo>
                  <a:pt x="135493" y="57150"/>
                  <a:pt x="133350" y="59293"/>
                  <a:pt x="133350" y="61912"/>
                </a:cubicBezTo>
                <a:lnTo>
                  <a:pt x="133350" y="71438"/>
                </a:lnTo>
                <a:cubicBezTo>
                  <a:pt x="133350" y="74057"/>
                  <a:pt x="135493" y="76200"/>
                  <a:pt x="138113" y="76200"/>
                </a:cubicBezTo>
                <a:lnTo>
                  <a:pt x="147638" y="76200"/>
                </a:lnTo>
                <a:close/>
                <a:moveTo>
                  <a:pt x="78581" y="30956"/>
                </a:moveTo>
                <a:lnTo>
                  <a:pt x="78581" y="40481"/>
                </a:lnTo>
                <a:lnTo>
                  <a:pt x="69056" y="40481"/>
                </a:lnTo>
                <a:cubicBezTo>
                  <a:pt x="66437" y="40481"/>
                  <a:pt x="64294" y="42624"/>
                  <a:pt x="64294" y="45244"/>
                </a:cubicBezTo>
                <a:lnTo>
                  <a:pt x="64294" y="50006"/>
                </a:lnTo>
                <a:cubicBezTo>
                  <a:pt x="64294" y="52626"/>
                  <a:pt x="66437" y="54769"/>
                  <a:pt x="69056" y="54769"/>
                </a:cubicBezTo>
                <a:lnTo>
                  <a:pt x="78581" y="54769"/>
                </a:lnTo>
                <a:lnTo>
                  <a:pt x="78581" y="64294"/>
                </a:lnTo>
                <a:cubicBezTo>
                  <a:pt x="78581" y="66913"/>
                  <a:pt x="80724" y="69056"/>
                  <a:pt x="83344" y="69056"/>
                </a:cubicBezTo>
                <a:lnTo>
                  <a:pt x="88106" y="69056"/>
                </a:lnTo>
                <a:cubicBezTo>
                  <a:pt x="90726" y="69056"/>
                  <a:pt x="92869" y="66913"/>
                  <a:pt x="92869" y="64294"/>
                </a:cubicBezTo>
                <a:lnTo>
                  <a:pt x="92869" y="54769"/>
                </a:lnTo>
                <a:lnTo>
                  <a:pt x="102394" y="54769"/>
                </a:lnTo>
                <a:cubicBezTo>
                  <a:pt x="105013" y="54769"/>
                  <a:pt x="107156" y="52626"/>
                  <a:pt x="107156" y="50006"/>
                </a:cubicBezTo>
                <a:lnTo>
                  <a:pt x="107156" y="45244"/>
                </a:lnTo>
                <a:cubicBezTo>
                  <a:pt x="107156" y="42624"/>
                  <a:pt x="105013" y="40481"/>
                  <a:pt x="102394" y="40481"/>
                </a:cubicBezTo>
                <a:lnTo>
                  <a:pt x="92869" y="40481"/>
                </a:lnTo>
                <a:lnTo>
                  <a:pt x="92869" y="30956"/>
                </a:lnTo>
                <a:cubicBezTo>
                  <a:pt x="92869" y="28337"/>
                  <a:pt x="90726" y="26194"/>
                  <a:pt x="88106" y="26194"/>
                </a:cubicBezTo>
                <a:lnTo>
                  <a:pt x="83344" y="26194"/>
                </a:lnTo>
                <a:cubicBezTo>
                  <a:pt x="80724" y="26194"/>
                  <a:pt x="78581" y="28337"/>
                  <a:pt x="78581" y="30956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231900" y="3714750"/>
            <a:ext cx="6591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PHCs become "repetition factories"</a:t>
            </a: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—same uncontrolled cases cycle through with poor self-care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4350" y="5086350"/>
            <a:ext cx="7480300" cy="3187700"/>
          </a:xfrm>
          <a:custGeom>
            <a:avLst/>
            <a:gdLst/>
            <a:ahLst/>
            <a:cxnLst/>
            <a:rect l="l" t="t" r="r" b="b"/>
            <a:pathLst>
              <a:path w="7480300" h="3187700">
                <a:moveTo>
                  <a:pt x="203216" y="0"/>
                </a:moveTo>
                <a:lnTo>
                  <a:pt x="7277084" y="0"/>
                </a:lnTo>
                <a:cubicBezTo>
                  <a:pt x="7389317" y="0"/>
                  <a:pt x="7480300" y="90983"/>
                  <a:pt x="7480300" y="203216"/>
                </a:cubicBezTo>
                <a:lnTo>
                  <a:pt x="7480300" y="2984484"/>
                </a:lnTo>
                <a:cubicBezTo>
                  <a:pt x="7480300" y="3096717"/>
                  <a:pt x="7389317" y="3187700"/>
                  <a:pt x="7277084" y="3187700"/>
                </a:cubicBezTo>
                <a:lnTo>
                  <a:pt x="203216" y="3187700"/>
                </a:lnTo>
                <a:cubicBezTo>
                  <a:pt x="90983" y="3187700"/>
                  <a:pt x="0" y="3096717"/>
                  <a:pt x="0" y="2984484"/>
                </a:cubicBezTo>
                <a:lnTo>
                  <a:pt x="0" y="203216"/>
                </a:lnTo>
                <a:cubicBezTo>
                  <a:pt x="0" y="90983"/>
                  <a:pt x="90983" y="0"/>
                  <a:pt x="20321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4700" y="53467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14400" y="54610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01714" y="133350"/>
                </a:moveTo>
                <a:cubicBezTo>
                  <a:pt x="104249" y="125606"/>
                  <a:pt x="109319" y="118591"/>
                  <a:pt x="115049" y="112549"/>
                </a:cubicBezTo>
                <a:cubicBezTo>
                  <a:pt x="126405" y="100603"/>
                  <a:pt x="133350" y="84455"/>
                  <a:pt x="133350" y="66675"/>
                </a:cubicBezTo>
                <a:cubicBezTo>
                  <a:pt x="133350" y="29865"/>
                  <a:pt x="103485" y="0"/>
                  <a:pt x="66675" y="0"/>
                </a:cubicBezTo>
                <a:cubicBezTo>
                  <a:pt x="29865" y="0"/>
                  <a:pt x="0" y="29865"/>
                  <a:pt x="0" y="66675"/>
                </a:cubicBezTo>
                <a:cubicBezTo>
                  <a:pt x="0" y="84455"/>
                  <a:pt x="6945" y="100603"/>
                  <a:pt x="18301" y="112549"/>
                </a:cubicBezTo>
                <a:cubicBezTo>
                  <a:pt x="24031" y="118591"/>
                  <a:pt x="29136" y="125606"/>
                  <a:pt x="31636" y="133350"/>
                </a:cubicBezTo>
                <a:lnTo>
                  <a:pt x="101679" y="133350"/>
                </a:lnTo>
                <a:close/>
                <a:moveTo>
                  <a:pt x="100013" y="150019"/>
                </a:moveTo>
                <a:lnTo>
                  <a:pt x="33337" y="150019"/>
                </a:lnTo>
                <a:lnTo>
                  <a:pt x="33337" y="155575"/>
                </a:lnTo>
                <a:cubicBezTo>
                  <a:pt x="33337" y="170924"/>
                  <a:pt x="45770" y="183356"/>
                  <a:pt x="61119" y="183356"/>
                </a:cubicBezTo>
                <a:lnTo>
                  <a:pt x="72231" y="183356"/>
                </a:lnTo>
                <a:cubicBezTo>
                  <a:pt x="87580" y="183356"/>
                  <a:pt x="100013" y="170924"/>
                  <a:pt x="100013" y="155575"/>
                </a:cubicBezTo>
                <a:lnTo>
                  <a:pt x="100013" y="150019"/>
                </a:lnTo>
                <a:close/>
                <a:moveTo>
                  <a:pt x="63897" y="38894"/>
                </a:moveTo>
                <a:cubicBezTo>
                  <a:pt x="50076" y="38894"/>
                  <a:pt x="38894" y="50076"/>
                  <a:pt x="38894" y="63897"/>
                </a:cubicBezTo>
                <a:cubicBezTo>
                  <a:pt x="38894" y="68516"/>
                  <a:pt x="35178" y="72231"/>
                  <a:pt x="30559" y="72231"/>
                </a:cubicBezTo>
                <a:cubicBezTo>
                  <a:pt x="25941" y="72231"/>
                  <a:pt x="22225" y="68516"/>
                  <a:pt x="22225" y="63897"/>
                </a:cubicBezTo>
                <a:cubicBezTo>
                  <a:pt x="22225" y="40873"/>
                  <a:pt x="40873" y="22225"/>
                  <a:pt x="63897" y="22225"/>
                </a:cubicBezTo>
                <a:cubicBezTo>
                  <a:pt x="68516" y="22225"/>
                  <a:pt x="72231" y="25941"/>
                  <a:pt x="72231" y="30559"/>
                </a:cubicBezTo>
                <a:cubicBezTo>
                  <a:pt x="72231" y="35178"/>
                  <a:pt x="68516" y="38894"/>
                  <a:pt x="63897" y="38894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282700" y="5372100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4700" y="5930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92956" y="5981700"/>
            <a:ext cx="342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1.5L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1900" y="5905500"/>
            <a:ext cx="5842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Ayushman Bharat HWCs</a:t>
            </a: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scaling to 1.5 lakh sites as chronic care backbone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4700" y="641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9950" y="6489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231900" y="6388100"/>
            <a:ext cx="6591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health digitizes records</a:t>
            </a: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but rarely transforms them into patient-friendly instructions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4700" y="7143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1" y="0"/>
                </a:moveTo>
                <a:lnTo>
                  <a:pt x="253999" y="0"/>
                </a:lnTo>
                <a:cubicBezTo>
                  <a:pt x="282056" y="0"/>
                  <a:pt x="304800" y="22744"/>
                  <a:pt x="304800" y="50801"/>
                </a:cubicBezTo>
                <a:lnTo>
                  <a:pt x="304800" y="253999"/>
                </a:lnTo>
                <a:cubicBezTo>
                  <a:pt x="304800" y="282056"/>
                  <a:pt x="282056" y="304800"/>
                  <a:pt x="253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0900" y="7219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4256" y="9525"/>
                  <a:pt x="0" y="13781"/>
                  <a:pt x="0" y="19050"/>
                </a:cubicBezTo>
                <a:cubicBezTo>
                  <a:pt x="0" y="24319"/>
                  <a:pt x="4256" y="28575"/>
                  <a:pt x="9525" y="28575"/>
                </a:cubicBezTo>
                <a:lnTo>
                  <a:pt x="11906" y="28575"/>
                </a:lnTo>
                <a:lnTo>
                  <a:pt x="11906" y="47625"/>
                </a:lnTo>
                <a:lnTo>
                  <a:pt x="0" y="47625"/>
                </a:lnTo>
                <a:lnTo>
                  <a:pt x="0" y="80962"/>
                </a:lnTo>
                <a:cubicBezTo>
                  <a:pt x="11192" y="83760"/>
                  <a:pt x="19050" y="93821"/>
                  <a:pt x="19050" y="105370"/>
                </a:cubicBezTo>
                <a:lnTo>
                  <a:pt x="19050" y="133350"/>
                </a:lnTo>
                <a:cubicBezTo>
                  <a:pt x="19050" y="138619"/>
                  <a:pt x="23306" y="142875"/>
                  <a:pt x="28575" y="142875"/>
                </a:cubicBezTo>
                <a:lnTo>
                  <a:pt x="38100" y="142875"/>
                </a:lnTo>
                <a:cubicBezTo>
                  <a:pt x="43369" y="142875"/>
                  <a:pt x="47625" y="138619"/>
                  <a:pt x="47625" y="133350"/>
                </a:cubicBezTo>
                <a:lnTo>
                  <a:pt x="47625" y="114300"/>
                </a:lnTo>
                <a:cubicBezTo>
                  <a:pt x="47625" y="98524"/>
                  <a:pt x="60424" y="85725"/>
                  <a:pt x="76200" y="85725"/>
                </a:cubicBezTo>
                <a:cubicBezTo>
                  <a:pt x="91976" y="85725"/>
                  <a:pt x="104775" y="98524"/>
                  <a:pt x="104775" y="114300"/>
                </a:cubicBezTo>
                <a:lnTo>
                  <a:pt x="104775" y="133350"/>
                </a:lnTo>
                <a:cubicBezTo>
                  <a:pt x="104775" y="138619"/>
                  <a:pt x="109031" y="142875"/>
                  <a:pt x="114300" y="142875"/>
                </a:cubicBezTo>
                <a:lnTo>
                  <a:pt x="123825" y="142875"/>
                </a:lnTo>
                <a:cubicBezTo>
                  <a:pt x="129094" y="142875"/>
                  <a:pt x="133350" y="138619"/>
                  <a:pt x="133350" y="133350"/>
                </a:cubicBezTo>
                <a:lnTo>
                  <a:pt x="133350" y="105370"/>
                </a:lnTo>
                <a:cubicBezTo>
                  <a:pt x="133350" y="93821"/>
                  <a:pt x="141208" y="83760"/>
                  <a:pt x="152400" y="80962"/>
                </a:cubicBezTo>
                <a:lnTo>
                  <a:pt x="152400" y="47625"/>
                </a:lnTo>
                <a:lnTo>
                  <a:pt x="140494" y="47625"/>
                </a:lnTo>
                <a:lnTo>
                  <a:pt x="140494" y="28575"/>
                </a:lnTo>
                <a:lnTo>
                  <a:pt x="142875" y="28575"/>
                </a:lnTo>
                <a:cubicBezTo>
                  <a:pt x="148144" y="28575"/>
                  <a:pt x="152400" y="24319"/>
                  <a:pt x="152400" y="19050"/>
                </a:cubicBezTo>
                <a:cubicBezTo>
                  <a:pt x="152400" y="13781"/>
                  <a:pt x="148144" y="9525"/>
                  <a:pt x="142875" y="9525"/>
                </a:cubicBezTo>
                <a:lnTo>
                  <a:pt x="9525" y="9525"/>
                </a:lnTo>
                <a:close/>
                <a:moveTo>
                  <a:pt x="126206" y="28575"/>
                </a:moveTo>
                <a:lnTo>
                  <a:pt x="126206" y="47625"/>
                </a:lnTo>
                <a:lnTo>
                  <a:pt x="102394" y="47625"/>
                </a:lnTo>
                <a:lnTo>
                  <a:pt x="102394" y="28575"/>
                </a:lnTo>
                <a:lnTo>
                  <a:pt x="126206" y="28575"/>
                </a:lnTo>
                <a:close/>
                <a:moveTo>
                  <a:pt x="88106" y="28575"/>
                </a:moveTo>
                <a:lnTo>
                  <a:pt x="88106" y="47625"/>
                </a:lnTo>
                <a:lnTo>
                  <a:pt x="64294" y="47625"/>
                </a:lnTo>
                <a:lnTo>
                  <a:pt x="64294" y="28575"/>
                </a:lnTo>
                <a:lnTo>
                  <a:pt x="88106" y="28575"/>
                </a:lnTo>
                <a:close/>
                <a:moveTo>
                  <a:pt x="26194" y="28575"/>
                </a:moveTo>
                <a:lnTo>
                  <a:pt x="50006" y="28575"/>
                </a:lnTo>
                <a:lnTo>
                  <a:pt x="50006" y="47625"/>
                </a:lnTo>
                <a:lnTo>
                  <a:pt x="26194" y="47625"/>
                </a:lnTo>
                <a:lnTo>
                  <a:pt x="26194" y="28575"/>
                </a:ln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231900" y="7118350"/>
            <a:ext cx="6591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JanMitra bridges the last-mile gap</a:t>
            </a: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—converting PHC visits into actionable care plans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61350" y="1682750"/>
            <a:ext cx="7480300" cy="5118100"/>
          </a:xfrm>
          <a:custGeom>
            <a:avLst/>
            <a:gdLst/>
            <a:ahLst/>
            <a:cxnLst/>
            <a:rect l="l" t="t" r="r" b="b"/>
            <a:pathLst>
              <a:path w="7480300" h="5118100">
                <a:moveTo>
                  <a:pt x="203189" y="0"/>
                </a:moveTo>
                <a:lnTo>
                  <a:pt x="7277111" y="0"/>
                </a:lnTo>
                <a:cubicBezTo>
                  <a:pt x="7389254" y="0"/>
                  <a:pt x="7480300" y="91046"/>
                  <a:pt x="7480300" y="203189"/>
                </a:cubicBezTo>
                <a:lnTo>
                  <a:pt x="7480300" y="4914911"/>
                </a:lnTo>
                <a:cubicBezTo>
                  <a:pt x="7480300" y="5027129"/>
                  <a:pt x="7389329" y="5118100"/>
                  <a:pt x="7277111" y="5118100"/>
                </a:cubicBezTo>
                <a:lnTo>
                  <a:pt x="203189" y="5118100"/>
                </a:lnTo>
                <a:cubicBezTo>
                  <a:pt x="91046" y="5118100"/>
                  <a:pt x="0" y="5027054"/>
                  <a:pt x="0" y="4914911"/>
                </a:cubicBezTo>
                <a:lnTo>
                  <a:pt x="0" y="203189"/>
                </a:lnTo>
                <a:cubicBezTo>
                  <a:pt x="0" y="90971"/>
                  <a:pt x="90971" y="0"/>
                  <a:pt x="20318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8521700" y="1943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616950" y="205740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44428" y="73099"/>
                </a:moveTo>
                <a:cubicBezTo>
                  <a:pt x="148664" y="71953"/>
                  <a:pt x="153109" y="73968"/>
                  <a:pt x="155019" y="77892"/>
                </a:cubicBezTo>
                <a:lnTo>
                  <a:pt x="161479" y="90949"/>
                </a:lnTo>
                <a:cubicBezTo>
                  <a:pt x="165055" y="91435"/>
                  <a:pt x="168563" y="92407"/>
                  <a:pt x="171862" y="93762"/>
                </a:cubicBezTo>
                <a:lnTo>
                  <a:pt x="184016" y="85670"/>
                </a:lnTo>
                <a:cubicBezTo>
                  <a:pt x="187662" y="83240"/>
                  <a:pt x="192489" y="83726"/>
                  <a:pt x="195580" y="86816"/>
                </a:cubicBezTo>
                <a:lnTo>
                  <a:pt x="202248" y="93484"/>
                </a:lnTo>
                <a:cubicBezTo>
                  <a:pt x="205338" y="96575"/>
                  <a:pt x="205824" y="101436"/>
                  <a:pt x="203393" y="105048"/>
                </a:cubicBezTo>
                <a:lnTo>
                  <a:pt x="195302" y="117167"/>
                </a:lnTo>
                <a:cubicBezTo>
                  <a:pt x="195962" y="118800"/>
                  <a:pt x="196552" y="120501"/>
                  <a:pt x="197039" y="122272"/>
                </a:cubicBezTo>
                <a:cubicBezTo>
                  <a:pt x="197525" y="124043"/>
                  <a:pt x="197837" y="125780"/>
                  <a:pt x="198080" y="127551"/>
                </a:cubicBezTo>
                <a:lnTo>
                  <a:pt x="211172" y="134010"/>
                </a:lnTo>
                <a:cubicBezTo>
                  <a:pt x="215096" y="135954"/>
                  <a:pt x="217110" y="140399"/>
                  <a:pt x="215964" y="144601"/>
                </a:cubicBezTo>
                <a:lnTo>
                  <a:pt x="213534" y="153700"/>
                </a:lnTo>
                <a:cubicBezTo>
                  <a:pt x="212388" y="157902"/>
                  <a:pt x="208464" y="160749"/>
                  <a:pt x="204088" y="160471"/>
                </a:cubicBezTo>
                <a:lnTo>
                  <a:pt x="189503" y="159534"/>
                </a:lnTo>
                <a:cubicBezTo>
                  <a:pt x="187315" y="162347"/>
                  <a:pt x="184780" y="164951"/>
                  <a:pt x="181898" y="167174"/>
                </a:cubicBezTo>
                <a:lnTo>
                  <a:pt x="182835" y="181724"/>
                </a:lnTo>
                <a:cubicBezTo>
                  <a:pt x="183113" y="186100"/>
                  <a:pt x="180266" y="190058"/>
                  <a:pt x="176064" y="191170"/>
                </a:cubicBezTo>
                <a:lnTo>
                  <a:pt x="166965" y="193601"/>
                </a:lnTo>
                <a:cubicBezTo>
                  <a:pt x="162729" y="194747"/>
                  <a:pt x="158318" y="192732"/>
                  <a:pt x="156374" y="188808"/>
                </a:cubicBezTo>
                <a:lnTo>
                  <a:pt x="149915" y="175751"/>
                </a:lnTo>
                <a:cubicBezTo>
                  <a:pt x="146338" y="175265"/>
                  <a:pt x="142830" y="174293"/>
                  <a:pt x="139531" y="172938"/>
                </a:cubicBezTo>
                <a:lnTo>
                  <a:pt x="127377" y="181030"/>
                </a:lnTo>
                <a:cubicBezTo>
                  <a:pt x="123731" y="183460"/>
                  <a:pt x="118904" y="182974"/>
                  <a:pt x="115813" y="179884"/>
                </a:cubicBezTo>
                <a:lnTo>
                  <a:pt x="109146" y="173216"/>
                </a:lnTo>
                <a:cubicBezTo>
                  <a:pt x="106055" y="170125"/>
                  <a:pt x="105569" y="165298"/>
                  <a:pt x="108000" y="161652"/>
                </a:cubicBezTo>
                <a:lnTo>
                  <a:pt x="116091" y="149498"/>
                </a:lnTo>
                <a:cubicBezTo>
                  <a:pt x="115431" y="147866"/>
                  <a:pt x="114841" y="146164"/>
                  <a:pt x="114355" y="144393"/>
                </a:cubicBezTo>
                <a:cubicBezTo>
                  <a:pt x="113868" y="142622"/>
                  <a:pt x="113556" y="140851"/>
                  <a:pt x="113313" y="139115"/>
                </a:cubicBezTo>
                <a:lnTo>
                  <a:pt x="100221" y="132655"/>
                </a:lnTo>
                <a:cubicBezTo>
                  <a:pt x="96297" y="130711"/>
                  <a:pt x="94317" y="126266"/>
                  <a:pt x="95429" y="122064"/>
                </a:cubicBezTo>
                <a:lnTo>
                  <a:pt x="97859" y="112966"/>
                </a:lnTo>
                <a:cubicBezTo>
                  <a:pt x="99005" y="108764"/>
                  <a:pt x="102930" y="105916"/>
                  <a:pt x="107305" y="106194"/>
                </a:cubicBezTo>
                <a:lnTo>
                  <a:pt x="121856" y="107131"/>
                </a:lnTo>
                <a:cubicBezTo>
                  <a:pt x="124043" y="104319"/>
                  <a:pt x="126578" y="101714"/>
                  <a:pt x="129461" y="99492"/>
                </a:cubicBezTo>
                <a:lnTo>
                  <a:pt x="128523" y="84976"/>
                </a:lnTo>
                <a:cubicBezTo>
                  <a:pt x="128245" y="80600"/>
                  <a:pt x="131093" y="76642"/>
                  <a:pt x="135295" y="75530"/>
                </a:cubicBezTo>
                <a:lnTo>
                  <a:pt x="144393" y="73099"/>
                </a:lnTo>
                <a:close/>
                <a:moveTo>
                  <a:pt x="155714" y="118070"/>
                </a:moveTo>
                <a:cubicBezTo>
                  <a:pt x="147281" y="118080"/>
                  <a:pt x="140442" y="124934"/>
                  <a:pt x="140452" y="133367"/>
                </a:cubicBezTo>
                <a:cubicBezTo>
                  <a:pt x="140461" y="141800"/>
                  <a:pt x="147316" y="148639"/>
                  <a:pt x="155749" y="148630"/>
                </a:cubicBezTo>
                <a:cubicBezTo>
                  <a:pt x="164182" y="148620"/>
                  <a:pt x="171021" y="141766"/>
                  <a:pt x="171011" y="133333"/>
                </a:cubicBezTo>
                <a:cubicBezTo>
                  <a:pt x="171001" y="124900"/>
                  <a:pt x="164147" y="118061"/>
                  <a:pt x="155714" y="118070"/>
                </a:cubicBezTo>
                <a:close/>
                <a:moveTo>
                  <a:pt x="78100" y="-15801"/>
                </a:moveTo>
                <a:lnTo>
                  <a:pt x="87198" y="-13370"/>
                </a:lnTo>
                <a:cubicBezTo>
                  <a:pt x="91400" y="-12224"/>
                  <a:pt x="94248" y="-8265"/>
                  <a:pt x="93970" y="-3924"/>
                </a:cubicBezTo>
                <a:lnTo>
                  <a:pt x="93032" y="10592"/>
                </a:lnTo>
                <a:cubicBezTo>
                  <a:pt x="95915" y="12814"/>
                  <a:pt x="98450" y="15384"/>
                  <a:pt x="100638" y="18231"/>
                </a:cubicBezTo>
                <a:lnTo>
                  <a:pt x="115223" y="17294"/>
                </a:lnTo>
                <a:cubicBezTo>
                  <a:pt x="119564" y="17016"/>
                  <a:pt x="123522" y="19864"/>
                  <a:pt x="124668" y="24066"/>
                </a:cubicBezTo>
                <a:lnTo>
                  <a:pt x="127099" y="33164"/>
                </a:lnTo>
                <a:cubicBezTo>
                  <a:pt x="128210" y="37366"/>
                  <a:pt x="126231" y="41811"/>
                  <a:pt x="122307" y="43755"/>
                </a:cubicBezTo>
                <a:lnTo>
                  <a:pt x="109215" y="50215"/>
                </a:lnTo>
                <a:cubicBezTo>
                  <a:pt x="108972" y="51986"/>
                  <a:pt x="108625" y="53757"/>
                  <a:pt x="108173" y="55493"/>
                </a:cubicBezTo>
                <a:cubicBezTo>
                  <a:pt x="107722" y="57229"/>
                  <a:pt x="107097" y="58966"/>
                  <a:pt x="106437" y="60598"/>
                </a:cubicBezTo>
                <a:lnTo>
                  <a:pt x="114528" y="72752"/>
                </a:lnTo>
                <a:cubicBezTo>
                  <a:pt x="116959" y="76398"/>
                  <a:pt x="116473" y="81225"/>
                  <a:pt x="113382" y="84316"/>
                </a:cubicBezTo>
                <a:lnTo>
                  <a:pt x="106715" y="90984"/>
                </a:lnTo>
                <a:cubicBezTo>
                  <a:pt x="103624" y="94074"/>
                  <a:pt x="98797" y="94560"/>
                  <a:pt x="95151" y="92130"/>
                </a:cubicBezTo>
                <a:lnTo>
                  <a:pt x="82996" y="84038"/>
                </a:lnTo>
                <a:cubicBezTo>
                  <a:pt x="79697" y="85393"/>
                  <a:pt x="76190" y="86365"/>
                  <a:pt x="72613" y="86851"/>
                </a:cubicBezTo>
                <a:lnTo>
                  <a:pt x="66154" y="99908"/>
                </a:lnTo>
                <a:cubicBezTo>
                  <a:pt x="64209" y="103832"/>
                  <a:pt x="59764" y="105812"/>
                  <a:pt x="55563" y="104701"/>
                </a:cubicBezTo>
                <a:lnTo>
                  <a:pt x="46464" y="102270"/>
                </a:lnTo>
                <a:cubicBezTo>
                  <a:pt x="42228" y="101124"/>
                  <a:pt x="39415" y="97165"/>
                  <a:pt x="39692" y="92824"/>
                </a:cubicBezTo>
                <a:lnTo>
                  <a:pt x="40630" y="78274"/>
                </a:lnTo>
                <a:cubicBezTo>
                  <a:pt x="37748" y="76051"/>
                  <a:pt x="35213" y="73481"/>
                  <a:pt x="33025" y="70634"/>
                </a:cubicBezTo>
                <a:lnTo>
                  <a:pt x="18440" y="71571"/>
                </a:lnTo>
                <a:cubicBezTo>
                  <a:pt x="14099" y="71849"/>
                  <a:pt x="10140" y="69002"/>
                  <a:pt x="8994" y="64800"/>
                </a:cubicBezTo>
                <a:lnTo>
                  <a:pt x="6563" y="55701"/>
                </a:lnTo>
                <a:cubicBezTo>
                  <a:pt x="5452" y="51499"/>
                  <a:pt x="7431" y="47054"/>
                  <a:pt x="11356" y="45110"/>
                </a:cubicBezTo>
                <a:lnTo>
                  <a:pt x="24448" y="38651"/>
                </a:lnTo>
                <a:cubicBezTo>
                  <a:pt x="24691" y="36880"/>
                  <a:pt x="25038" y="35143"/>
                  <a:pt x="25489" y="33372"/>
                </a:cubicBezTo>
                <a:cubicBezTo>
                  <a:pt x="25975" y="31601"/>
                  <a:pt x="26531" y="29900"/>
                  <a:pt x="27226" y="28267"/>
                </a:cubicBezTo>
                <a:lnTo>
                  <a:pt x="19134" y="16148"/>
                </a:lnTo>
                <a:cubicBezTo>
                  <a:pt x="16703" y="12502"/>
                  <a:pt x="17190" y="7675"/>
                  <a:pt x="20280" y="4584"/>
                </a:cubicBezTo>
                <a:lnTo>
                  <a:pt x="26948" y="-2084"/>
                </a:lnTo>
                <a:cubicBezTo>
                  <a:pt x="30038" y="-5174"/>
                  <a:pt x="34865" y="-5660"/>
                  <a:pt x="38512" y="-3230"/>
                </a:cubicBezTo>
                <a:lnTo>
                  <a:pt x="50666" y="4862"/>
                </a:lnTo>
                <a:cubicBezTo>
                  <a:pt x="53965" y="3507"/>
                  <a:pt x="57472" y="2535"/>
                  <a:pt x="61049" y="2049"/>
                </a:cubicBezTo>
                <a:lnTo>
                  <a:pt x="67508" y="-11008"/>
                </a:lnTo>
                <a:cubicBezTo>
                  <a:pt x="69453" y="-14932"/>
                  <a:pt x="73863" y="-16912"/>
                  <a:pt x="78100" y="-15801"/>
                </a:cubicBezTo>
                <a:close/>
                <a:moveTo>
                  <a:pt x="66814" y="29170"/>
                </a:moveTo>
                <a:cubicBezTo>
                  <a:pt x="58381" y="29170"/>
                  <a:pt x="51534" y="36017"/>
                  <a:pt x="51534" y="44450"/>
                </a:cubicBezTo>
                <a:cubicBezTo>
                  <a:pt x="51534" y="52883"/>
                  <a:pt x="58381" y="59730"/>
                  <a:pt x="66814" y="59730"/>
                </a:cubicBezTo>
                <a:cubicBezTo>
                  <a:pt x="75247" y="59730"/>
                  <a:pt x="82094" y="52883"/>
                  <a:pt x="82094" y="44450"/>
                </a:cubicBezTo>
                <a:cubicBezTo>
                  <a:pt x="82094" y="36017"/>
                  <a:pt x="75247" y="29170"/>
                  <a:pt x="66814" y="29170"/>
                </a:cubicBezTo>
                <a:close/>
              </a:path>
            </a:pathLst>
          </a:custGeom>
          <a:solidFill>
            <a:srgbClr val="5856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029700" y="1968500"/>
            <a:ext cx="163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21700" y="261024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477250" y="2610247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712200" y="3067447"/>
            <a:ext cx="25400" cy="406400"/>
          </a:xfrm>
          <a:custGeom>
            <a:avLst/>
            <a:gdLst/>
            <a:ahLst/>
            <a:cxnLst/>
            <a:rect l="l" t="t" r="r" b="b"/>
            <a:pathLst>
              <a:path w="25400" h="406400">
                <a:moveTo>
                  <a:pt x="0" y="0"/>
                </a:moveTo>
                <a:lnTo>
                  <a:pt x="25400" y="0"/>
                </a:lnTo>
                <a:lnTo>
                  <a:pt x="25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080500" y="2661047"/>
            <a:ext cx="650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80500" y="2991247"/>
            <a:ext cx="6489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Staff snaps prescription photo or records 15-30s voice note in local language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521700" y="369054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477250" y="3690541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712200" y="4147741"/>
            <a:ext cx="25400" cy="406400"/>
          </a:xfrm>
          <a:custGeom>
            <a:avLst/>
            <a:gdLst/>
            <a:ahLst/>
            <a:cxnLst/>
            <a:rect l="l" t="t" r="r" b="b"/>
            <a:pathLst>
              <a:path w="25400" h="406400">
                <a:moveTo>
                  <a:pt x="0" y="0"/>
                </a:moveTo>
                <a:lnTo>
                  <a:pt x="25400" y="0"/>
                </a:lnTo>
                <a:lnTo>
                  <a:pt x="25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080500" y="3741341"/>
            <a:ext cx="650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 &amp; Structure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080500" y="4071541"/>
            <a:ext cx="6489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extracts medicines, doses, timings, advice, follow-up dates automatically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21700" y="4770834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477250" y="4770834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712200" y="5228034"/>
            <a:ext cx="25400" cy="406400"/>
          </a:xfrm>
          <a:custGeom>
            <a:avLst/>
            <a:gdLst/>
            <a:ahLst/>
            <a:cxnLst/>
            <a:rect l="l" t="t" r="r" b="b"/>
            <a:pathLst>
              <a:path w="25400" h="406400">
                <a:moveTo>
                  <a:pt x="0" y="0"/>
                </a:moveTo>
                <a:lnTo>
                  <a:pt x="25400" y="0"/>
                </a:lnTo>
                <a:lnTo>
                  <a:pt x="254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9080500" y="4821634"/>
            <a:ext cx="650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Care Plan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080500" y="5151834"/>
            <a:ext cx="648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Plain-language schedule: "Morning—take X mg before food; Evening—walk 30 min"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521700" y="585747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8477250" y="5857478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80500" y="5908278"/>
            <a:ext cx="650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 Instantly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80500" y="6238478"/>
            <a:ext cx="6489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WhatsApp, SMS, printed slip, or voice call—adapted to patient's access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261350" y="7016750"/>
            <a:ext cx="7480300" cy="1257300"/>
          </a:xfrm>
          <a:custGeom>
            <a:avLst/>
            <a:gdLst/>
            <a:ahLst/>
            <a:cxnLst/>
            <a:rect l="l" t="t" r="r" b="b"/>
            <a:pathLst>
              <a:path w="7480300" h="1257300">
                <a:moveTo>
                  <a:pt x="152397" y="0"/>
                </a:moveTo>
                <a:lnTo>
                  <a:pt x="7327903" y="0"/>
                </a:lnTo>
                <a:cubicBezTo>
                  <a:pt x="7412069" y="0"/>
                  <a:pt x="7480300" y="68231"/>
                  <a:pt x="7480300" y="152397"/>
                </a:cubicBezTo>
                <a:lnTo>
                  <a:pt x="7480300" y="1104903"/>
                </a:lnTo>
                <a:cubicBezTo>
                  <a:pt x="7480300" y="1189069"/>
                  <a:pt x="7412069" y="1257300"/>
                  <a:pt x="7327903" y="1257300"/>
                </a:cubicBezTo>
                <a:lnTo>
                  <a:pt x="152397" y="1257300"/>
                </a:lnTo>
                <a:cubicBezTo>
                  <a:pt x="68231" y="1257300"/>
                  <a:pt x="0" y="1189069"/>
                  <a:pt x="0" y="1104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5000"/>
                </a:srgbClr>
              </a:gs>
              <a:gs pos="100000">
                <a:srgbClr val="34C759">
                  <a:alpha val="5000"/>
                </a:srgbClr>
              </a:gs>
            </a:gsLst>
            <a:lin ang="0" scaled="1"/>
          </a:gradFill>
          <a:ln w="12700">
            <a:solidFill>
              <a:srgbClr val="0071E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8521700" y="72771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74851"/>
                </a:moveTo>
                <a:cubicBezTo>
                  <a:pt x="0" y="33496"/>
                  <a:pt x="34131" y="0"/>
                  <a:pt x="76200" y="0"/>
                </a:cubicBezTo>
                <a:cubicBezTo>
                  <a:pt x="118269" y="0"/>
                  <a:pt x="152400" y="33496"/>
                  <a:pt x="152400" y="74851"/>
                </a:cubicBezTo>
                <a:cubicBezTo>
                  <a:pt x="152400" y="122198"/>
                  <a:pt x="104696" y="178951"/>
                  <a:pt x="84773" y="200581"/>
                </a:cubicBezTo>
                <a:cubicBezTo>
                  <a:pt x="80089" y="205661"/>
                  <a:pt x="72271" y="205661"/>
                  <a:pt x="67588" y="200581"/>
                </a:cubicBezTo>
                <a:cubicBezTo>
                  <a:pt x="47665" y="178951"/>
                  <a:pt x="-40" y="122198"/>
                  <a:pt x="-40" y="74851"/>
                </a:cubicBezTo>
                <a:close/>
                <a:moveTo>
                  <a:pt x="76200" y="101600"/>
                </a:moveTo>
                <a:cubicBezTo>
                  <a:pt x="90219" y="101600"/>
                  <a:pt x="101600" y="90219"/>
                  <a:pt x="101600" y="76200"/>
                </a:cubicBezTo>
                <a:cubicBezTo>
                  <a:pt x="101600" y="62181"/>
                  <a:pt x="90219" y="50800"/>
                  <a:pt x="76200" y="50800"/>
                </a:cubicBezTo>
                <a:cubicBezTo>
                  <a:pt x="62181" y="50800"/>
                  <a:pt x="50800" y="62181"/>
                  <a:pt x="50800" y="76200"/>
                </a:cubicBezTo>
                <a:cubicBezTo>
                  <a:pt x="50800" y="90219"/>
                  <a:pt x="62181" y="101600"/>
                  <a:pt x="76200" y="10160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826500" y="7226300"/>
            <a:ext cx="204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Contexts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77250" y="7639050"/>
            <a:ext cx="2425700" cy="419100"/>
          </a:xfrm>
          <a:custGeom>
            <a:avLst/>
            <a:gdLst/>
            <a:ahLst/>
            <a:cxnLst/>
            <a:rect l="l" t="t" r="r" b="b"/>
            <a:pathLst>
              <a:path w="2425700" h="419100">
                <a:moveTo>
                  <a:pt x="101598" y="0"/>
                </a:moveTo>
                <a:lnTo>
                  <a:pt x="2324102" y="0"/>
                </a:lnTo>
                <a:cubicBezTo>
                  <a:pt x="2380213" y="0"/>
                  <a:pt x="2425700" y="45487"/>
                  <a:pt x="2425700" y="101598"/>
                </a:cubicBezTo>
                <a:lnTo>
                  <a:pt x="2425700" y="317502"/>
                </a:lnTo>
                <a:cubicBezTo>
                  <a:pt x="2425700" y="373613"/>
                  <a:pt x="2380213" y="419100"/>
                  <a:pt x="2324102" y="419100"/>
                </a:cubicBezTo>
                <a:lnTo>
                  <a:pt x="101598" y="419100"/>
                </a:lnTo>
                <a:cubicBezTo>
                  <a:pt x="45487" y="419100"/>
                  <a:pt x="0" y="373613"/>
                  <a:pt x="0" y="317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8470900" y="7632700"/>
            <a:ext cx="2501900" cy="4064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Ayushman Arogya Mandirs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017448" y="7639050"/>
            <a:ext cx="1257300" cy="419100"/>
          </a:xfrm>
          <a:custGeom>
            <a:avLst/>
            <a:gdLst/>
            <a:ahLst/>
            <a:cxnLst/>
            <a:rect l="l" t="t" r="r" b="b"/>
            <a:pathLst>
              <a:path w="1257300" h="419100">
                <a:moveTo>
                  <a:pt x="101598" y="0"/>
                </a:moveTo>
                <a:lnTo>
                  <a:pt x="1155702" y="0"/>
                </a:lnTo>
                <a:cubicBezTo>
                  <a:pt x="1211813" y="0"/>
                  <a:pt x="1257300" y="45487"/>
                  <a:pt x="1257300" y="101598"/>
                </a:cubicBezTo>
                <a:lnTo>
                  <a:pt x="1257300" y="317502"/>
                </a:lnTo>
                <a:cubicBezTo>
                  <a:pt x="1257300" y="373613"/>
                  <a:pt x="1211813" y="419100"/>
                  <a:pt x="1155702" y="419100"/>
                </a:cubicBezTo>
                <a:lnTo>
                  <a:pt x="101598" y="419100"/>
                </a:lnTo>
                <a:cubicBezTo>
                  <a:pt x="45487" y="419100"/>
                  <a:pt x="0" y="373613"/>
                  <a:pt x="0" y="317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11011098" y="7632700"/>
            <a:ext cx="1333500" cy="4064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NCD Clinics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2390703" y="7639050"/>
            <a:ext cx="1778000" cy="419100"/>
          </a:xfrm>
          <a:custGeom>
            <a:avLst/>
            <a:gdLst/>
            <a:ahLst/>
            <a:cxnLst/>
            <a:rect l="l" t="t" r="r" b="b"/>
            <a:pathLst>
              <a:path w="1778000" h="419100">
                <a:moveTo>
                  <a:pt x="101598" y="0"/>
                </a:moveTo>
                <a:lnTo>
                  <a:pt x="1676402" y="0"/>
                </a:lnTo>
                <a:cubicBezTo>
                  <a:pt x="1732513" y="0"/>
                  <a:pt x="1778000" y="45487"/>
                  <a:pt x="1778000" y="101598"/>
                </a:cubicBezTo>
                <a:lnTo>
                  <a:pt x="1778000" y="317502"/>
                </a:lnTo>
                <a:cubicBezTo>
                  <a:pt x="1778000" y="373613"/>
                  <a:pt x="1732513" y="419100"/>
                  <a:pt x="1676402" y="419100"/>
                </a:cubicBezTo>
                <a:lnTo>
                  <a:pt x="101598" y="419100"/>
                </a:lnTo>
                <a:cubicBezTo>
                  <a:pt x="45487" y="419100"/>
                  <a:pt x="0" y="373613"/>
                  <a:pt x="0" y="3175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12384353" y="7632700"/>
            <a:ext cx="1854200" cy="4064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ASHA Home Visits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85198" y="8372021"/>
            <a:ext cx="8166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Team:</a:t>
            </a:r>
            <a:r>
              <a:rPr lang="en-US" sz="1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Divyanshu Patel (GenAI), Varshith Pilli (Backend), Ashutosh </a:t>
            </a:r>
            <a:r>
              <a:rPr lang="en-US" sz="1400" dirty="0" err="1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Gunjal</a:t>
            </a:r>
            <a:r>
              <a:rPr lang="en-US" sz="1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(Product)</a:t>
            </a:r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</a:rPr>
              <a:t>Contact: itzdivyanshupatel@gmail.com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4912645" y="8483600"/>
            <a:ext cx="92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 1 of 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8570" y="87993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Method &amp; 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08570" y="595993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GenAI-powered multimodal processing with medical RAG and safety guardrails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4920" y="1008743"/>
            <a:ext cx="3937000" cy="2146300"/>
          </a:xfrm>
          <a:custGeom>
            <a:avLst/>
            <a:gdLst/>
            <a:ahLst/>
            <a:cxnLst/>
            <a:rect l="l" t="t" r="r" b="b"/>
            <a:pathLst>
              <a:path w="5994400" h="2146300">
                <a:moveTo>
                  <a:pt x="152409" y="0"/>
                </a:moveTo>
                <a:lnTo>
                  <a:pt x="5841991" y="0"/>
                </a:lnTo>
                <a:cubicBezTo>
                  <a:pt x="5926164" y="0"/>
                  <a:pt x="5994400" y="68236"/>
                  <a:pt x="5994400" y="152409"/>
                </a:cubicBezTo>
                <a:lnTo>
                  <a:pt x="5994400" y="1993891"/>
                </a:lnTo>
                <a:cubicBezTo>
                  <a:pt x="5994400" y="2078064"/>
                  <a:pt x="5926164" y="2146300"/>
                  <a:pt x="5841991" y="2146300"/>
                </a:cubicBezTo>
                <a:lnTo>
                  <a:pt x="152409" y="2146300"/>
                </a:lnTo>
                <a:cubicBezTo>
                  <a:pt x="68236" y="2146300"/>
                  <a:pt x="0" y="2078064"/>
                  <a:pt x="0" y="1993891"/>
                </a:cubicBezTo>
                <a:lnTo>
                  <a:pt x="0" y="152409"/>
                </a:lnTo>
                <a:cubicBezTo>
                  <a:pt x="0" y="68292"/>
                  <a:pt x="68292" y="0"/>
                  <a:pt x="15240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73670" y="1167493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cubicBezTo>
                  <a:pt x="275930" y="0"/>
                  <a:pt x="355600" y="79670"/>
                  <a:pt x="355600" y="177800"/>
                </a:cubicBezTo>
                <a:lnTo>
                  <a:pt x="355600" y="177800"/>
                </a:lnTo>
                <a:cubicBezTo>
                  <a:pt x="355600" y="275930"/>
                  <a:pt x="275930" y="355600"/>
                  <a:pt x="177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5270" y="12690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30870" y="1167493"/>
            <a:ext cx="193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Inputs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3670" y="1624693"/>
            <a:ext cx="3474216" cy="406400"/>
          </a:xfrm>
          <a:custGeom>
            <a:avLst/>
            <a:gdLst/>
            <a:ahLst/>
            <a:cxnLst/>
            <a:rect l="l" t="t" r="r" b="b"/>
            <a:pathLst>
              <a:path w="5676900" h="406400">
                <a:moveTo>
                  <a:pt x="101600" y="0"/>
                </a:moveTo>
                <a:lnTo>
                  <a:pt x="5575300" y="0"/>
                </a:lnTo>
                <a:cubicBezTo>
                  <a:pt x="5631375" y="0"/>
                  <a:pt x="5676900" y="45525"/>
                  <a:pt x="5676900" y="101600"/>
                </a:cubicBezTo>
                <a:lnTo>
                  <a:pt x="5676900" y="304800"/>
                </a:lnTo>
                <a:cubicBezTo>
                  <a:pt x="5676900" y="360875"/>
                  <a:pt x="5631375" y="406400"/>
                  <a:pt x="55753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75270" y="1738993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51777" y="22503"/>
                </a:moveTo>
                <a:lnTo>
                  <a:pt x="48166" y="33337"/>
                </a:lnTo>
                <a:lnTo>
                  <a:pt x="22225" y="33337"/>
                </a:lnTo>
                <a:cubicBezTo>
                  <a:pt x="9967" y="33337"/>
                  <a:pt x="0" y="43304"/>
                  <a:pt x="0" y="55563"/>
                </a:cubicBezTo>
                <a:lnTo>
                  <a:pt x="0" y="144463"/>
                </a:lnTo>
                <a:cubicBezTo>
                  <a:pt x="0" y="156721"/>
                  <a:pt x="9967" y="166688"/>
                  <a:pt x="22225" y="166688"/>
                </a:cubicBezTo>
                <a:lnTo>
                  <a:pt x="155575" y="166688"/>
                </a:lnTo>
                <a:cubicBezTo>
                  <a:pt x="167833" y="166688"/>
                  <a:pt x="177800" y="156721"/>
                  <a:pt x="177800" y="144463"/>
                </a:cubicBezTo>
                <a:lnTo>
                  <a:pt x="177800" y="55563"/>
                </a:lnTo>
                <a:cubicBezTo>
                  <a:pt x="177800" y="43304"/>
                  <a:pt x="167833" y="33337"/>
                  <a:pt x="155575" y="33337"/>
                </a:cubicBezTo>
                <a:lnTo>
                  <a:pt x="129634" y="33337"/>
                </a:lnTo>
                <a:lnTo>
                  <a:pt x="126023" y="22503"/>
                </a:lnTo>
                <a:cubicBezTo>
                  <a:pt x="123765" y="15696"/>
                  <a:pt x="117411" y="11112"/>
                  <a:pt x="110222" y="11112"/>
                </a:cubicBezTo>
                <a:lnTo>
                  <a:pt x="67578" y="11112"/>
                </a:lnTo>
                <a:cubicBezTo>
                  <a:pt x="60389" y="11112"/>
                  <a:pt x="54035" y="15696"/>
                  <a:pt x="51777" y="22503"/>
                </a:cubicBezTo>
                <a:close/>
                <a:moveTo>
                  <a:pt x="88900" y="66675"/>
                </a:moveTo>
                <a:cubicBezTo>
                  <a:pt x="107299" y="66675"/>
                  <a:pt x="122238" y="81613"/>
                  <a:pt x="122238" y="100013"/>
                </a:cubicBezTo>
                <a:cubicBezTo>
                  <a:pt x="122238" y="118412"/>
                  <a:pt x="107299" y="133350"/>
                  <a:pt x="88900" y="133350"/>
                </a:cubicBezTo>
                <a:cubicBezTo>
                  <a:pt x="70501" y="133350"/>
                  <a:pt x="55563" y="118412"/>
                  <a:pt x="55563" y="100013"/>
                </a:cubicBezTo>
                <a:cubicBezTo>
                  <a:pt x="55563" y="81613"/>
                  <a:pt x="70501" y="66675"/>
                  <a:pt x="88900" y="66675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73720" y="1700893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 images (handwritten/printed)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3670" y="2107293"/>
            <a:ext cx="3474216" cy="406400"/>
          </a:xfrm>
          <a:custGeom>
            <a:avLst/>
            <a:gdLst/>
            <a:ahLst/>
            <a:cxnLst/>
            <a:rect l="l" t="t" r="r" b="b"/>
            <a:pathLst>
              <a:path w="5676900" h="406400">
                <a:moveTo>
                  <a:pt x="101600" y="0"/>
                </a:moveTo>
                <a:lnTo>
                  <a:pt x="5575300" y="0"/>
                </a:lnTo>
                <a:cubicBezTo>
                  <a:pt x="5631375" y="0"/>
                  <a:pt x="5676900" y="45525"/>
                  <a:pt x="5676900" y="101600"/>
                </a:cubicBezTo>
                <a:lnTo>
                  <a:pt x="5676900" y="304800"/>
                </a:lnTo>
                <a:cubicBezTo>
                  <a:pt x="5676900" y="360875"/>
                  <a:pt x="5631375" y="406400"/>
                  <a:pt x="55753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97495" y="2221593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66675" y="0"/>
                </a:moveTo>
                <a:cubicBezTo>
                  <a:pt x="48270" y="0"/>
                  <a:pt x="33337" y="14932"/>
                  <a:pt x="33337" y="33337"/>
                </a:cubicBezTo>
                <a:lnTo>
                  <a:pt x="33337" y="77788"/>
                </a:lnTo>
                <a:cubicBezTo>
                  <a:pt x="33337" y="96193"/>
                  <a:pt x="48270" y="111125"/>
                  <a:pt x="66675" y="111125"/>
                </a:cubicBezTo>
                <a:cubicBezTo>
                  <a:pt x="85080" y="111125"/>
                  <a:pt x="100013" y="96193"/>
                  <a:pt x="100013" y="77788"/>
                </a:cubicBezTo>
                <a:lnTo>
                  <a:pt x="100013" y="33337"/>
                </a:lnTo>
                <a:cubicBezTo>
                  <a:pt x="100013" y="14932"/>
                  <a:pt x="85080" y="0"/>
                  <a:pt x="66675" y="0"/>
                </a:cubicBezTo>
                <a:close/>
                <a:moveTo>
                  <a:pt x="16669" y="63897"/>
                </a:moveTo>
                <a:cubicBezTo>
                  <a:pt x="16669" y="59278"/>
                  <a:pt x="12953" y="55563"/>
                  <a:pt x="8334" y="55563"/>
                </a:cubicBezTo>
                <a:cubicBezTo>
                  <a:pt x="3716" y="55563"/>
                  <a:pt x="0" y="59278"/>
                  <a:pt x="0" y="63897"/>
                </a:cubicBezTo>
                <a:lnTo>
                  <a:pt x="0" y="77788"/>
                </a:lnTo>
                <a:cubicBezTo>
                  <a:pt x="0" y="111785"/>
                  <a:pt x="25455" y="139844"/>
                  <a:pt x="58341" y="143942"/>
                </a:cubicBezTo>
                <a:lnTo>
                  <a:pt x="58341" y="161131"/>
                </a:lnTo>
                <a:lnTo>
                  <a:pt x="41672" y="161131"/>
                </a:lnTo>
                <a:cubicBezTo>
                  <a:pt x="37053" y="161131"/>
                  <a:pt x="33337" y="164847"/>
                  <a:pt x="33337" y="169466"/>
                </a:cubicBezTo>
                <a:cubicBezTo>
                  <a:pt x="33337" y="174084"/>
                  <a:pt x="37053" y="177800"/>
                  <a:pt x="41672" y="177800"/>
                </a:cubicBezTo>
                <a:lnTo>
                  <a:pt x="91678" y="177800"/>
                </a:lnTo>
                <a:cubicBezTo>
                  <a:pt x="96297" y="177800"/>
                  <a:pt x="100013" y="174084"/>
                  <a:pt x="100013" y="169466"/>
                </a:cubicBezTo>
                <a:cubicBezTo>
                  <a:pt x="100013" y="164847"/>
                  <a:pt x="96297" y="161131"/>
                  <a:pt x="91678" y="161131"/>
                </a:cubicBezTo>
                <a:lnTo>
                  <a:pt x="75009" y="161131"/>
                </a:lnTo>
                <a:lnTo>
                  <a:pt x="75009" y="143942"/>
                </a:lnTo>
                <a:cubicBezTo>
                  <a:pt x="107895" y="139844"/>
                  <a:pt x="133350" y="111785"/>
                  <a:pt x="133350" y="77788"/>
                </a:cubicBezTo>
                <a:lnTo>
                  <a:pt x="133350" y="63897"/>
                </a:lnTo>
                <a:cubicBezTo>
                  <a:pt x="133350" y="59278"/>
                  <a:pt x="129634" y="55563"/>
                  <a:pt x="125016" y="55563"/>
                </a:cubicBezTo>
                <a:cubicBezTo>
                  <a:pt x="120397" y="55563"/>
                  <a:pt x="116681" y="59278"/>
                  <a:pt x="116681" y="63897"/>
                </a:cubicBezTo>
                <a:lnTo>
                  <a:pt x="116681" y="77788"/>
                </a:lnTo>
                <a:cubicBezTo>
                  <a:pt x="116681" y="105395"/>
                  <a:pt x="94283" y="127794"/>
                  <a:pt x="66675" y="127794"/>
                </a:cubicBezTo>
                <a:cubicBezTo>
                  <a:pt x="39067" y="127794"/>
                  <a:pt x="16669" y="105395"/>
                  <a:pt x="16669" y="77788"/>
                </a:cubicBezTo>
                <a:lnTo>
                  <a:pt x="16669" y="63897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73720" y="2183493"/>
            <a:ext cx="261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notes from doctors/ANMs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3670" y="2589893"/>
            <a:ext cx="3474216" cy="406400"/>
          </a:xfrm>
          <a:custGeom>
            <a:avLst/>
            <a:gdLst/>
            <a:ahLst/>
            <a:cxnLst/>
            <a:rect l="l" t="t" r="r" b="b"/>
            <a:pathLst>
              <a:path w="5676900" h="406400">
                <a:moveTo>
                  <a:pt x="101600" y="0"/>
                </a:moveTo>
                <a:lnTo>
                  <a:pt x="5575300" y="0"/>
                </a:lnTo>
                <a:cubicBezTo>
                  <a:pt x="5631375" y="0"/>
                  <a:pt x="5676900" y="45525"/>
                  <a:pt x="5676900" y="101600"/>
                </a:cubicBezTo>
                <a:lnTo>
                  <a:pt x="5676900" y="304800"/>
                </a:lnTo>
                <a:cubicBezTo>
                  <a:pt x="5676900" y="360875"/>
                  <a:pt x="5631375" y="406400"/>
                  <a:pt x="55753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64158" y="2704193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22225" y="22225"/>
                </a:moveTo>
                <a:cubicBezTo>
                  <a:pt x="9967" y="22225"/>
                  <a:pt x="0" y="32192"/>
                  <a:pt x="0" y="44450"/>
                </a:cubicBezTo>
                <a:lnTo>
                  <a:pt x="0" y="133350"/>
                </a:lnTo>
                <a:cubicBezTo>
                  <a:pt x="0" y="145608"/>
                  <a:pt x="9967" y="155575"/>
                  <a:pt x="22225" y="155575"/>
                </a:cubicBezTo>
                <a:lnTo>
                  <a:pt x="177800" y="155575"/>
                </a:lnTo>
                <a:cubicBezTo>
                  <a:pt x="190058" y="155575"/>
                  <a:pt x="200025" y="145608"/>
                  <a:pt x="200025" y="133350"/>
                </a:cubicBezTo>
                <a:lnTo>
                  <a:pt x="200025" y="44450"/>
                </a:lnTo>
                <a:cubicBezTo>
                  <a:pt x="200025" y="32192"/>
                  <a:pt x="190058" y="22225"/>
                  <a:pt x="177800" y="22225"/>
                </a:cubicBezTo>
                <a:lnTo>
                  <a:pt x="22225" y="22225"/>
                </a:lnTo>
                <a:close/>
                <a:moveTo>
                  <a:pt x="27781" y="44450"/>
                </a:moveTo>
                <a:lnTo>
                  <a:pt x="38894" y="44450"/>
                </a:lnTo>
                <a:cubicBezTo>
                  <a:pt x="41950" y="44450"/>
                  <a:pt x="44450" y="46950"/>
                  <a:pt x="44450" y="50006"/>
                </a:cubicBezTo>
                <a:lnTo>
                  <a:pt x="44450" y="61119"/>
                </a:lnTo>
                <a:cubicBezTo>
                  <a:pt x="44450" y="64175"/>
                  <a:pt x="41950" y="66675"/>
                  <a:pt x="38894" y="66675"/>
                </a:cubicBezTo>
                <a:lnTo>
                  <a:pt x="27781" y="66675"/>
                </a:lnTo>
                <a:cubicBezTo>
                  <a:pt x="24725" y="66675"/>
                  <a:pt x="22225" y="64175"/>
                  <a:pt x="22225" y="61119"/>
                </a:cubicBezTo>
                <a:lnTo>
                  <a:pt x="22225" y="50006"/>
                </a:lnTo>
                <a:cubicBezTo>
                  <a:pt x="22225" y="46950"/>
                  <a:pt x="24725" y="44450"/>
                  <a:pt x="27781" y="44450"/>
                </a:cubicBezTo>
                <a:close/>
                <a:moveTo>
                  <a:pt x="22225" y="83344"/>
                </a:moveTo>
                <a:cubicBezTo>
                  <a:pt x="22225" y="80288"/>
                  <a:pt x="24725" y="77788"/>
                  <a:pt x="27781" y="77788"/>
                </a:cubicBezTo>
                <a:lnTo>
                  <a:pt x="38894" y="77788"/>
                </a:lnTo>
                <a:cubicBezTo>
                  <a:pt x="41950" y="77788"/>
                  <a:pt x="44450" y="80288"/>
                  <a:pt x="44450" y="83344"/>
                </a:cubicBezTo>
                <a:lnTo>
                  <a:pt x="44450" y="94456"/>
                </a:lnTo>
                <a:cubicBezTo>
                  <a:pt x="44450" y="97512"/>
                  <a:pt x="41950" y="100013"/>
                  <a:pt x="38894" y="100013"/>
                </a:cubicBezTo>
                <a:lnTo>
                  <a:pt x="27781" y="100013"/>
                </a:lnTo>
                <a:cubicBezTo>
                  <a:pt x="24725" y="100013"/>
                  <a:pt x="22225" y="97512"/>
                  <a:pt x="22225" y="94456"/>
                </a:cubicBezTo>
                <a:lnTo>
                  <a:pt x="22225" y="83344"/>
                </a:lnTo>
                <a:close/>
                <a:moveTo>
                  <a:pt x="61119" y="44450"/>
                </a:moveTo>
                <a:lnTo>
                  <a:pt x="72231" y="44450"/>
                </a:lnTo>
                <a:cubicBezTo>
                  <a:pt x="75287" y="44450"/>
                  <a:pt x="77788" y="46950"/>
                  <a:pt x="77788" y="50006"/>
                </a:cubicBezTo>
                <a:lnTo>
                  <a:pt x="77788" y="61119"/>
                </a:lnTo>
                <a:cubicBezTo>
                  <a:pt x="77788" y="64175"/>
                  <a:pt x="75287" y="66675"/>
                  <a:pt x="72231" y="66675"/>
                </a:cubicBezTo>
                <a:lnTo>
                  <a:pt x="61119" y="66675"/>
                </a:lnTo>
                <a:cubicBezTo>
                  <a:pt x="58063" y="66675"/>
                  <a:pt x="55563" y="64175"/>
                  <a:pt x="55563" y="61119"/>
                </a:cubicBezTo>
                <a:lnTo>
                  <a:pt x="55563" y="50006"/>
                </a:lnTo>
                <a:cubicBezTo>
                  <a:pt x="55563" y="46950"/>
                  <a:pt x="58063" y="44450"/>
                  <a:pt x="61119" y="44450"/>
                </a:cubicBezTo>
                <a:close/>
                <a:moveTo>
                  <a:pt x="55563" y="83344"/>
                </a:moveTo>
                <a:cubicBezTo>
                  <a:pt x="55563" y="80288"/>
                  <a:pt x="58063" y="77788"/>
                  <a:pt x="61119" y="77788"/>
                </a:cubicBezTo>
                <a:lnTo>
                  <a:pt x="72231" y="77788"/>
                </a:lnTo>
                <a:cubicBezTo>
                  <a:pt x="75287" y="77788"/>
                  <a:pt x="77788" y="80288"/>
                  <a:pt x="77788" y="83344"/>
                </a:cubicBezTo>
                <a:lnTo>
                  <a:pt x="77788" y="94456"/>
                </a:lnTo>
                <a:cubicBezTo>
                  <a:pt x="77788" y="97512"/>
                  <a:pt x="75287" y="100013"/>
                  <a:pt x="72231" y="100013"/>
                </a:cubicBezTo>
                <a:lnTo>
                  <a:pt x="61119" y="100013"/>
                </a:lnTo>
                <a:cubicBezTo>
                  <a:pt x="58063" y="100013"/>
                  <a:pt x="55563" y="97512"/>
                  <a:pt x="55563" y="94456"/>
                </a:cubicBezTo>
                <a:lnTo>
                  <a:pt x="55563" y="83344"/>
                </a:lnTo>
                <a:close/>
                <a:moveTo>
                  <a:pt x="61119" y="111125"/>
                </a:moveTo>
                <a:lnTo>
                  <a:pt x="138906" y="111125"/>
                </a:lnTo>
                <a:cubicBezTo>
                  <a:pt x="141962" y="111125"/>
                  <a:pt x="144463" y="113625"/>
                  <a:pt x="144463" y="116681"/>
                </a:cubicBezTo>
                <a:lnTo>
                  <a:pt x="144463" y="127794"/>
                </a:lnTo>
                <a:cubicBezTo>
                  <a:pt x="144463" y="130850"/>
                  <a:pt x="141962" y="133350"/>
                  <a:pt x="138906" y="133350"/>
                </a:cubicBezTo>
                <a:lnTo>
                  <a:pt x="61119" y="133350"/>
                </a:lnTo>
                <a:cubicBezTo>
                  <a:pt x="58063" y="133350"/>
                  <a:pt x="55563" y="130850"/>
                  <a:pt x="55563" y="127794"/>
                </a:cubicBezTo>
                <a:lnTo>
                  <a:pt x="55563" y="116681"/>
                </a:lnTo>
                <a:cubicBezTo>
                  <a:pt x="55563" y="113625"/>
                  <a:pt x="58063" y="111125"/>
                  <a:pt x="61119" y="111125"/>
                </a:cubicBezTo>
                <a:close/>
                <a:moveTo>
                  <a:pt x="88900" y="50006"/>
                </a:moveTo>
                <a:cubicBezTo>
                  <a:pt x="88900" y="46950"/>
                  <a:pt x="91400" y="44450"/>
                  <a:pt x="94456" y="44450"/>
                </a:cubicBezTo>
                <a:lnTo>
                  <a:pt x="105569" y="44450"/>
                </a:lnTo>
                <a:cubicBezTo>
                  <a:pt x="108625" y="44450"/>
                  <a:pt x="111125" y="46950"/>
                  <a:pt x="111125" y="50006"/>
                </a:cubicBezTo>
                <a:lnTo>
                  <a:pt x="111125" y="61119"/>
                </a:lnTo>
                <a:cubicBezTo>
                  <a:pt x="111125" y="64175"/>
                  <a:pt x="108625" y="66675"/>
                  <a:pt x="105569" y="66675"/>
                </a:cubicBezTo>
                <a:lnTo>
                  <a:pt x="94456" y="66675"/>
                </a:lnTo>
                <a:cubicBezTo>
                  <a:pt x="91400" y="66675"/>
                  <a:pt x="88900" y="64175"/>
                  <a:pt x="88900" y="61119"/>
                </a:cubicBezTo>
                <a:lnTo>
                  <a:pt x="88900" y="50006"/>
                </a:lnTo>
                <a:close/>
                <a:moveTo>
                  <a:pt x="94456" y="77788"/>
                </a:moveTo>
                <a:lnTo>
                  <a:pt x="105569" y="77788"/>
                </a:lnTo>
                <a:cubicBezTo>
                  <a:pt x="108625" y="77788"/>
                  <a:pt x="111125" y="80288"/>
                  <a:pt x="111125" y="83344"/>
                </a:cubicBezTo>
                <a:lnTo>
                  <a:pt x="111125" y="94456"/>
                </a:lnTo>
                <a:cubicBezTo>
                  <a:pt x="111125" y="97512"/>
                  <a:pt x="108625" y="100013"/>
                  <a:pt x="105569" y="100013"/>
                </a:cubicBezTo>
                <a:lnTo>
                  <a:pt x="94456" y="100013"/>
                </a:lnTo>
                <a:cubicBezTo>
                  <a:pt x="91400" y="100013"/>
                  <a:pt x="88900" y="97512"/>
                  <a:pt x="88900" y="94456"/>
                </a:cubicBezTo>
                <a:lnTo>
                  <a:pt x="88900" y="83344"/>
                </a:lnTo>
                <a:cubicBezTo>
                  <a:pt x="88900" y="80288"/>
                  <a:pt x="91400" y="77788"/>
                  <a:pt x="94456" y="77788"/>
                </a:cubicBezTo>
                <a:close/>
                <a:moveTo>
                  <a:pt x="122238" y="50006"/>
                </a:moveTo>
                <a:cubicBezTo>
                  <a:pt x="122238" y="46950"/>
                  <a:pt x="124738" y="44450"/>
                  <a:pt x="127794" y="44450"/>
                </a:cubicBezTo>
                <a:lnTo>
                  <a:pt x="138906" y="44450"/>
                </a:lnTo>
                <a:cubicBezTo>
                  <a:pt x="141962" y="44450"/>
                  <a:pt x="144463" y="46950"/>
                  <a:pt x="144463" y="50006"/>
                </a:cubicBezTo>
                <a:lnTo>
                  <a:pt x="144463" y="61119"/>
                </a:lnTo>
                <a:cubicBezTo>
                  <a:pt x="144463" y="64175"/>
                  <a:pt x="141962" y="66675"/>
                  <a:pt x="138906" y="66675"/>
                </a:cubicBezTo>
                <a:lnTo>
                  <a:pt x="127794" y="66675"/>
                </a:lnTo>
                <a:cubicBezTo>
                  <a:pt x="124738" y="66675"/>
                  <a:pt x="122238" y="64175"/>
                  <a:pt x="122238" y="61119"/>
                </a:cubicBezTo>
                <a:lnTo>
                  <a:pt x="122238" y="50006"/>
                </a:lnTo>
                <a:close/>
                <a:moveTo>
                  <a:pt x="127794" y="77788"/>
                </a:moveTo>
                <a:lnTo>
                  <a:pt x="138906" y="77788"/>
                </a:lnTo>
                <a:cubicBezTo>
                  <a:pt x="141962" y="77788"/>
                  <a:pt x="144463" y="80288"/>
                  <a:pt x="144463" y="83344"/>
                </a:cubicBezTo>
                <a:lnTo>
                  <a:pt x="144463" y="94456"/>
                </a:lnTo>
                <a:cubicBezTo>
                  <a:pt x="144463" y="97512"/>
                  <a:pt x="141962" y="100013"/>
                  <a:pt x="138906" y="100013"/>
                </a:cubicBezTo>
                <a:lnTo>
                  <a:pt x="127794" y="100013"/>
                </a:lnTo>
                <a:cubicBezTo>
                  <a:pt x="124738" y="100013"/>
                  <a:pt x="122238" y="97512"/>
                  <a:pt x="122238" y="94456"/>
                </a:cubicBezTo>
                <a:lnTo>
                  <a:pt x="122238" y="83344"/>
                </a:lnTo>
                <a:cubicBezTo>
                  <a:pt x="122238" y="80288"/>
                  <a:pt x="124738" y="77788"/>
                  <a:pt x="127794" y="77788"/>
                </a:cubicBezTo>
                <a:close/>
                <a:moveTo>
                  <a:pt x="155575" y="50006"/>
                </a:moveTo>
                <a:cubicBezTo>
                  <a:pt x="155575" y="46950"/>
                  <a:pt x="158075" y="44450"/>
                  <a:pt x="161131" y="44450"/>
                </a:cubicBezTo>
                <a:lnTo>
                  <a:pt x="172244" y="44450"/>
                </a:lnTo>
                <a:cubicBezTo>
                  <a:pt x="175300" y="44450"/>
                  <a:pt x="177800" y="46950"/>
                  <a:pt x="177800" y="50006"/>
                </a:cubicBezTo>
                <a:lnTo>
                  <a:pt x="177800" y="61119"/>
                </a:lnTo>
                <a:cubicBezTo>
                  <a:pt x="177800" y="64175"/>
                  <a:pt x="175300" y="66675"/>
                  <a:pt x="172244" y="66675"/>
                </a:cubicBezTo>
                <a:lnTo>
                  <a:pt x="161131" y="66675"/>
                </a:lnTo>
                <a:cubicBezTo>
                  <a:pt x="158075" y="66675"/>
                  <a:pt x="155575" y="64175"/>
                  <a:pt x="155575" y="61119"/>
                </a:cubicBezTo>
                <a:lnTo>
                  <a:pt x="155575" y="50006"/>
                </a:lnTo>
                <a:close/>
                <a:moveTo>
                  <a:pt x="161131" y="77788"/>
                </a:moveTo>
                <a:lnTo>
                  <a:pt x="172244" y="77788"/>
                </a:lnTo>
                <a:cubicBezTo>
                  <a:pt x="175300" y="77788"/>
                  <a:pt x="177800" y="80288"/>
                  <a:pt x="177800" y="83344"/>
                </a:cubicBezTo>
                <a:lnTo>
                  <a:pt x="177800" y="94456"/>
                </a:lnTo>
                <a:cubicBezTo>
                  <a:pt x="177800" y="97512"/>
                  <a:pt x="175300" y="100013"/>
                  <a:pt x="172244" y="100013"/>
                </a:cubicBezTo>
                <a:lnTo>
                  <a:pt x="161131" y="100013"/>
                </a:lnTo>
                <a:cubicBezTo>
                  <a:pt x="158075" y="100013"/>
                  <a:pt x="155575" y="97512"/>
                  <a:pt x="155575" y="94456"/>
                </a:cubicBezTo>
                <a:lnTo>
                  <a:pt x="155575" y="83344"/>
                </a:lnTo>
                <a:cubicBezTo>
                  <a:pt x="155575" y="80288"/>
                  <a:pt x="158075" y="77788"/>
                  <a:pt x="161131" y="77788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73720" y="2666093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 text from EMR systems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4920" y="3320143"/>
            <a:ext cx="4155480" cy="3943350"/>
          </a:xfrm>
          <a:custGeom>
            <a:avLst/>
            <a:gdLst/>
            <a:ahLst/>
            <a:cxnLst/>
            <a:rect l="l" t="t" r="r" b="b"/>
            <a:pathLst>
              <a:path w="5994400" h="3390900">
                <a:moveTo>
                  <a:pt x="152387" y="0"/>
                </a:moveTo>
                <a:lnTo>
                  <a:pt x="5842013" y="0"/>
                </a:lnTo>
                <a:cubicBezTo>
                  <a:pt x="5926174" y="0"/>
                  <a:pt x="5994400" y="68226"/>
                  <a:pt x="5994400" y="152387"/>
                </a:cubicBezTo>
                <a:lnTo>
                  <a:pt x="5994400" y="3238513"/>
                </a:lnTo>
                <a:cubicBezTo>
                  <a:pt x="5994400" y="3322674"/>
                  <a:pt x="5926174" y="3390900"/>
                  <a:pt x="5842013" y="3390900"/>
                </a:cubicBezTo>
                <a:lnTo>
                  <a:pt x="152387" y="3390900"/>
                </a:lnTo>
                <a:cubicBezTo>
                  <a:pt x="68226" y="3390900"/>
                  <a:pt x="0" y="3322674"/>
                  <a:pt x="0" y="3238513"/>
                </a:cubicBezTo>
                <a:lnTo>
                  <a:pt x="0" y="152387"/>
                </a:lnTo>
                <a:cubicBezTo>
                  <a:pt x="0" y="68226"/>
                  <a:pt x="68226" y="0"/>
                  <a:pt x="15238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3670" y="3478893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cubicBezTo>
                  <a:pt x="275930" y="0"/>
                  <a:pt x="355600" y="79670"/>
                  <a:pt x="355600" y="177800"/>
                </a:cubicBezTo>
                <a:lnTo>
                  <a:pt x="355600" y="177800"/>
                </a:lnTo>
                <a:cubicBezTo>
                  <a:pt x="355600" y="275930"/>
                  <a:pt x="275930" y="355600"/>
                  <a:pt x="177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75270" y="35804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5856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30870" y="3478893"/>
            <a:ext cx="210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Processing Stack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2720" y="4008061"/>
            <a:ext cx="38100" cy="596900"/>
          </a:xfrm>
          <a:custGeom>
            <a:avLst/>
            <a:gdLst/>
            <a:ahLst/>
            <a:cxnLst/>
            <a:rect l="l" t="t" r="r" b="b"/>
            <a:pathLst>
              <a:path w="38100" h="596900">
                <a:moveTo>
                  <a:pt x="0" y="0"/>
                </a:moveTo>
                <a:lnTo>
                  <a:pt x="38100" y="0"/>
                </a:lnTo>
                <a:lnTo>
                  <a:pt x="381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4170" y="4058861"/>
            <a:ext cx="557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 + Structured Extraction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4170" y="4338261"/>
            <a:ext cx="358775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 OCR for Indian scripts + LLM-assisted parsing of drugs, doses, advice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6830" y="5119311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5856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88280" y="5170111"/>
            <a:ext cx="557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Medical RAG Engine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8280" y="5449511"/>
            <a:ext cx="3405619" cy="505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 over ICMR/WHO/AIIMS guidelines—grounded explanations, not hallucinations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6830" y="6382961"/>
            <a:ext cx="38100" cy="596900"/>
          </a:xfrm>
          <a:custGeom>
            <a:avLst/>
            <a:gdLst/>
            <a:ahLst/>
            <a:cxnLst/>
            <a:rect l="l" t="t" r="r" b="b"/>
            <a:pathLst>
              <a:path w="38100" h="596900">
                <a:moveTo>
                  <a:pt x="0" y="0"/>
                </a:moveTo>
                <a:lnTo>
                  <a:pt x="38100" y="0"/>
                </a:lnTo>
                <a:lnTo>
                  <a:pt x="38100" y="596900"/>
                </a:lnTo>
                <a:lnTo>
                  <a:pt x="0" y="596900"/>
                </a:lnTo>
                <a:lnTo>
                  <a:pt x="0" y="0"/>
                </a:ln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88280" y="6433761"/>
            <a:ext cx="557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Multilingual LLM Generator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8280" y="6713161"/>
            <a:ext cx="3449340" cy="3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 outputs in English + local language with culturally appropriate framing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15649" y="7460343"/>
            <a:ext cx="4459551" cy="1485900"/>
          </a:xfrm>
          <a:custGeom>
            <a:avLst/>
            <a:gdLst/>
            <a:ahLst/>
            <a:cxnLst/>
            <a:rect l="l" t="t" r="r" b="b"/>
            <a:pathLst>
              <a:path w="5994400" h="1485900">
                <a:moveTo>
                  <a:pt x="152394" y="0"/>
                </a:moveTo>
                <a:lnTo>
                  <a:pt x="5842006" y="0"/>
                </a:lnTo>
                <a:cubicBezTo>
                  <a:pt x="5926171" y="0"/>
                  <a:pt x="5994400" y="68229"/>
                  <a:pt x="5994400" y="152394"/>
                </a:cubicBezTo>
                <a:lnTo>
                  <a:pt x="5994400" y="1333506"/>
                </a:lnTo>
                <a:cubicBezTo>
                  <a:pt x="5994400" y="1417671"/>
                  <a:pt x="5926171" y="1485900"/>
                  <a:pt x="5842006" y="1485900"/>
                </a:cubicBezTo>
                <a:lnTo>
                  <a:pt x="152394" y="1485900"/>
                </a:lnTo>
                <a:cubicBezTo>
                  <a:pt x="68229" y="1485900"/>
                  <a:pt x="0" y="1417671"/>
                  <a:pt x="0" y="1333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9500">
                  <a:alpha val="10000"/>
                </a:srgbClr>
              </a:gs>
              <a:gs pos="100000">
                <a:srgbClr val="FF9500">
                  <a:alpha val="5000"/>
                </a:srgbClr>
              </a:gs>
            </a:gsLst>
            <a:lin ang="2700000" scaled="1"/>
          </a:gradFill>
          <a:ln w="12700">
            <a:solidFill>
              <a:srgbClr val="FF9500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4399" y="7619093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cubicBezTo>
                  <a:pt x="275930" y="0"/>
                  <a:pt x="355600" y="79670"/>
                  <a:pt x="355600" y="177800"/>
                </a:cubicBezTo>
                <a:lnTo>
                  <a:pt x="355600" y="177800"/>
                </a:lnTo>
                <a:cubicBezTo>
                  <a:pt x="355600" y="275930"/>
                  <a:pt x="275930" y="355600"/>
                  <a:pt x="177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FF95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75999" y="77206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F9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31599" y="7644493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Guardrails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3449" y="81016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66499" y="8076293"/>
            <a:ext cx="4127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Medicines/doses never altered—only rephrased &amp; scheduled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3449" y="83556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66499" y="8330293"/>
            <a:ext cx="3289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new drugs, no diagnosis beyond prescription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93449" y="86096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66499" y="8584293"/>
            <a:ext cx="332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Low-confidence cases flagged for human review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775200" y="1074057"/>
            <a:ext cx="10963870" cy="7434036"/>
          </a:xfrm>
          <a:custGeom>
            <a:avLst/>
            <a:gdLst/>
            <a:ahLst/>
            <a:cxnLst/>
            <a:rect l="l" t="t" r="r" b="b"/>
            <a:pathLst>
              <a:path w="9067800" h="7353300">
                <a:moveTo>
                  <a:pt x="152434" y="0"/>
                </a:moveTo>
                <a:lnTo>
                  <a:pt x="8915366" y="0"/>
                </a:lnTo>
                <a:cubicBezTo>
                  <a:pt x="8999553" y="0"/>
                  <a:pt x="9067800" y="68247"/>
                  <a:pt x="9067800" y="152434"/>
                </a:cubicBezTo>
                <a:lnTo>
                  <a:pt x="9067800" y="7200866"/>
                </a:lnTo>
                <a:cubicBezTo>
                  <a:pt x="9067800" y="7285053"/>
                  <a:pt x="8999553" y="7353300"/>
                  <a:pt x="8915366" y="7353300"/>
                </a:cubicBezTo>
                <a:lnTo>
                  <a:pt x="152434" y="7353300"/>
                </a:lnTo>
                <a:cubicBezTo>
                  <a:pt x="68247" y="7353300"/>
                  <a:pt x="0" y="7285053"/>
                  <a:pt x="0" y="7200866"/>
                </a:cubicBezTo>
                <a:lnTo>
                  <a:pt x="0" y="152434"/>
                </a:lnTo>
                <a:cubicBezTo>
                  <a:pt x="0" y="68303"/>
                  <a:pt x="68303" y="0"/>
                  <a:pt x="15243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953000" y="1167493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cubicBezTo>
                  <a:pt x="275930" y="0"/>
                  <a:pt x="355600" y="79670"/>
                  <a:pt x="355600" y="177800"/>
                </a:cubicBezTo>
                <a:lnTo>
                  <a:pt x="355600" y="177800"/>
                </a:lnTo>
                <a:cubicBezTo>
                  <a:pt x="355600" y="275930"/>
                  <a:pt x="275930" y="355600"/>
                  <a:pt x="177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054600" y="12690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410200" y="1167493"/>
            <a:ext cx="218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2367883" y="1192893"/>
            <a:ext cx="1333500" cy="304800"/>
          </a:xfrm>
          <a:custGeom>
            <a:avLst/>
            <a:gdLst/>
            <a:ahLst/>
            <a:cxnLst/>
            <a:rect l="l" t="t" r="r" b="b"/>
            <a:pathLst>
              <a:path w="1333500" h="304800">
                <a:moveTo>
                  <a:pt x="50801" y="0"/>
                </a:moveTo>
                <a:lnTo>
                  <a:pt x="1282699" y="0"/>
                </a:lnTo>
                <a:cubicBezTo>
                  <a:pt x="1310756" y="0"/>
                  <a:pt x="1333500" y="22744"/>
                  <a:pt x="1333500" y="50801"/>
                </a:cubicBezTo>
                <a:lnTo>
                  <a:pt x="1333500" y="253999"/>
                </a:lnTo>
                <a:cubicBezTo>
                  <a:pt x="1333500" y="282056"/>
                  <a:pt x="1310756" y="304800"/>
                  <a:pt x="12826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12367883" y="1192893"/>
            <a:ext cx="14097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Flow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953000" y="1624693"/>
            <a:ext cx="10614720" cy="6108700"/>
          </a:xfrm>
          <a:custGeom>
            <a:avLst/>
            <a:gdLst/>
            <a:ahLst/>
            <a:cxnLst/>
            <a:rect l="l" t="t" r="r" b="b"/>
            <a:pathLst>
              <a:path w="8750300" h="5930900">
                <a:moveTo>
                  <a:pt x="101596" y="0"/>
                </a:moveTo>
                <a:lnTo>
                  <a:pt x="8648704" y="0"/>
                </a:lnTo>
                <a:cubicBezTo>
                  <a:pt x="8704814" y="0"/>
                  <a:pt x="8750300" y="45486"/>
                  <a:pt x="8750300" y="101596"/>
                </a:cubicBezTo>
                <a:lnTo>
                  <a:pt x="8750300" y="5829304"/>
                </a:lnTo>
                <a:cubicBezTo>
                  <a:pt x="8750300" y="5885414"/>
                  <a:pt x="8704814" y="5930900"/>
                  <a:pt x="8648704" y="5930900"/>
                </a:cubicBezTo>
                <a:lnTo>
                  <a:pt x="101596" y="5930900"/>
                </a:lnTo>
                <a:cubicBezTo>
                  <a:pt x="45486" y="5930900"/>
                  <a:pt x="0" y="5885414"/>
                  <a:pt x="0" y="58293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5207000" y="6639732"/>
            <a:ext cx="3078411" cy="745844"/>
          </a:xfrm>
          <a:custGeom>
            <a:avLst/>
            <a:gdLst/>
            <a:ahLst/>
            <a:cxnLst/>
            <a:rect l="l" t="t" r="r" b="b"/>
            <a:pathLst>
              <a:path w="1663700" h="546100">
                <a:moveTo>
                  <a:pt x="101602" y="0"/>
                </a:moveTo>
                <a:lnTo>
                  <a:pt x="1562098" y="0"/>
                </a:lnTo>
                <a:cubicBezTo>
                  <a:pt x="1618211" y="0"/>
                  <a:pt x="1663700" y="45489"/>
                  <a:pt x="1663700" y="101602"/>
                </a:cubicBezTo>
                <a:lnTo>
                  <a:pt x="1663700" y="444498"/>
                </a:lnTo>
                <a:cubicBezTo>
                  <a:pt x="1663700" y="500611"/>
                  <a:pt x="1618211" y="546100"/>
                  <a:pt x="15620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5227952" y="6841406"/>
            <a:ext cx="2937415" cy="27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Layer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5234302" y="7044607"/>
            <a:ext cx="2913916" cy="260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stakeholders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2409622" y="6636283"/>
            <a:ext cx="3078411" cy="745844"/>
          </a:xfrm>
          <a:custGeom>
            <a:avLst/>
            <a:gdLst/>
            <a:ahLst/>
            <a:cxnLst/>
            <a:rect l="l" t="t" r="r" b="b"/>
            <a:pathLst>
              <a:path w="1663700" h="546100">
                <a:moveTo>
                  <a:pt x="101602" y="0"/>
                </a:moveTo>
                <a:lnTo>
                  <a:pt x="1562098" y="0"/>
                </a:lnTo>
                <a:cubicBezTo>
                  <a:pt x="1618211" y="0"/>
                  <a:pt x="1663700" y="45489"/>
                  <a:pt x="1663700" y="101602"/>
                </a:cubicBezTo>
                <a:lnTo>
                  <a:pt x="1663700" y="444498"/>
                </a:lnTo>
                <a:cubicBezTo>
                  <a:pt x="1663700" y="500611"/>
                  <a:pt x="1618211" y="546100"/>
                  <a:pt x="15620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6998809" y="6841406"/>
            <a:ext cx="2937415" cy="27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Layer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005159" y="7044607"/>
            <a:ext cx="2913916" cy="260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modalities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748779" y="6639732"/>
            <a:ext cx="3078411" cy="745844"/>
          </a:xfrm>
          <a:custGeom>
            <a:avLst/>
            <a:gdLst/>
            <a:ahLst/>
            <a:cxnLst/>
            <a:rect l="l" t="t" r="r" b="b"/>
            <a:pathLst>
              <a:path w="1663700" h="546100">
                <a:moveTo>
                  <a:pt x="101602" y="0"/>
                </a:moveTo>
                <a:lnTo>
                  <a:pt x="1562098" y="0"/>
                </a:lnTo>
                <a:cubicBezTo>
                  <a:pt x="1618211" y="0"/>
                  <a:pt x="1663700" y="45489"/>
                  <a:pt x="1663700" y="101602"/>
                </a:cubicBezTo>
                <a:lnTo>
                  <a:pt x="1663700" y="444498"/>
                </a:lnTo>
                <a:cubicBezTo>
                  <a:pt x="1663700" y="500611"/>
                  <a:pt x="1618211" y="546100"/>
                  <a:pt x="15620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8769731" y="6841406"/>
            <a:ext cx="2937415" cy="27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5856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Layer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776081" y="7044607"/>
            <a:ext cx="2913916" cy="260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OCR+RAG+LLM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10519636" y="6639732"/>
            <a:ext cx="3078411" cy="745844"/>
          </a:xfrm>
          <a:custGeom>
            <a:avLst/>
            <a:gdLst/>
            <a:ahLst/>
            <a:cxnLst/>
            <a:rect l="l" t="t" r="r" b="b"/>
            <a:pathLst>
              <a:path w="1663700" h="546100">
                <a:moveTo>
                  <a:pt x="101602" y="0"/>
                </a:moveTo>
                <a:lnTo>
                  <a:pt x="1562098" y="0"/>
                </a:lnTo>
                <a:cubicBezTo>
                  <a:pt x="1618211" y="0"/>
                  <a:pt x="1663700" y="45489"/>
                  <a:pt x="1663700" y="101602"/>
                </a:cubicBezTo>
                <a:lnTo>
                  <a:pt x="1663700" y="444498"/>
                </a:lnTo>
                <a:cubicBezTo>
                  <a:pt x="1663700" y="500611"/>
                  <a:pt x="1618211" y="546100"/>
                  <a:pt x="15620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10540588" y="6841406"/>
            <a:ext cx="2937415" cy="27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FF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Layer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0546938" y="7044607"/>
            <a:ext cx="2913916" cy="260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876897" y="6601849"/>
            <a:ext cx="3078411" cy="745844"/>
          </a:xfrm>
          <a:custGeom>
            <a:avLst/>
            <a:gdLst/>
            <a:ahLst/>
            <a:cxnLst/>
            <a:rect l="l" t="t" r="r" b="b"/>
            <a:pathLst>
              <a:path w="1663700" h="546100">
                <a:moveTo>
                  <a:pt x="101602" y="0"/>
                </a:moveTo>
                <a:lnTo>
                  <a:pt x="1562098" y="0"/>
                </a:lnTo>
                <a:cubicBezTo>
                  <a:pt x="1618211" y="0"/>
                  <a:pt x="1663700" y="45489"/>
                  <a:pt x="1663700" y="101602"/>
                </a:cubicBezTo>
                <a:lnTo>
                  <a:pt x="1663700" y="444498"/>
                </a:lnTo>
                <a:cubicBezTo>
                  <a:pt x="1663700" y="500611"/>
                  <a:pt x="1618211" y="546100"/>
                  <a:pt x="1562098" y="546100"/>
                </a:cubicBezTo>
                <a:lnTo>
                  <a:pt x="101602" y="546100"/>
                </a:lnTo>
                <a:cubicBezTo>
                  <a:pt x="45489" y="546100"/>
                  <a:pt x="0" y="500611"/>
                  <a:pt x="0" y="4444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12311511" y="6841406"/>
            <a:ext cx="2937415" cy="27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Layer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12317861" y="7044607"/>
            <a:ext cx="2913916" cy="260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channels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15020405" y="8723993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 2 of 3</a:t>
            </a:r>
            <a:endParaRPr lang="en-US" sz="16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96709E82-CFEF-FC85-02DC-1518ADDD9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664" y="2167468"/>
            <a:ext cx="10365616" cy="397928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574" y="-73082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Datasets, Experiments, Novelty &amp; Scale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574" y="434918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Evidence-based development with rigorous evaluation and national scalability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9574" y="790518"/>
            <a:ext cx="4927600" cy="3975100"/>
          </a:xfrm>
          <a:custGeom>
            <a:avLst/>
            <a:gdLst/>
            <a:ahLst/>
            <a:cxnLst/>
            <a:rect l="l" t="t" r="r" b="b"/>
            <a:pathLst>
              <a:path w="4927600" h="3975100">
                <a:moveTo>
                  <a:pt x="152405" y="0"/>
                </a:moveTo>
                <a:lnTo>
                  <a:pt x="4775195" y="0"/>
                </a:lnTo>
                <a:cubicBezTo>
                  <a:pt x="4859366" y="0"/>
                  <a:pt x="4927600" y="68234"/>
                  <a:pt x="4927600" y="152405"/>
                </a:cubicBezTo>
                <a:lnTo>
                  <a:pt x="4927600" y="3822695"/>
                </a:lnTo>
                <a:cubicBezTo>
                  <a:pt x="4927600" y="3906866"/>
                  <a:pt x="4859366" y="3975100"/>
                  <a:pt x="4775195" y="3975100"/>
                </a:cubicBezTo>
                <a:lnTo>
                  <a:pt x="152405" y="3975100"/>
                </a:lnTo>
                <a:cubicBezTo>
                  <a:pt x="68234" y="3975100"/>
                  <a:pt x="0" y="3906866"/>
                  <a:pt x="0" y="382269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9124" y="100006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77712" y="1114368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5575" y="71467"/>
                </a:moveTo>
                <a:cubicBezTo>
                  <a:pt x="150435" y="74870"/>
                  <a:pt x="144532" y="77614"/>
                  <a:pt x="138385" y="79802"/>
                </a:cubicBezTo>
                <a:cubicBezTo>
                  <a:pt x="122064" y="85636"/>
                  <a:pt x="100638" y="88900"/>
                  <a:pt x="77788" y="88900"/>
                </a:cubicBezTo>
                <a:cubicBezTo>
                  <a:pt x="54937" y="88900"/>
                  <a:pt x="33476" y="85601"/>
                  <a:pt x="17190" y="79802"/>
                </a:cubicBezTo>
                <a:cubicBezTo>
                  <a:pt x="11078" y="77614"/>
                  <a:pt x="5140" y="74870"/>
                  <a:pt x="0" y="71467"/>
                </a:cubicBezTo>
                <a:lnTo>
                  <a:pt x="0" y="100013"/>
                </a:lnTo>
                <a:cubicBezTo>
                  <a:pt x="0" y="115362"/>
                  <a:pt x="34831" y="127794"/>
                  <a:pt x="77788" y="127794"/>
                </a:cubicBezTo>
                <a:cubicBezTo>
                  <a:pt x="120744" y="127794"/>
                  <a:pt x="155575" y="115362"/>
                  <a:pt x="155575" y="100013"/>
                </a:cubicBezTo>
                <a:lnTo>
                  <a:pt x="155575" y="71467"/>
                </a:lnTo>
                <a:close/>
                <a:moveTo>
                  <a:pt x="155575" y="44450"/>
                </a:moveTo>
                <a:lnTo>
                  <a:pt x="155575" y="27781"/>
                </a:lnTo>
                <a:cubicBezTo>
                  <a:pt x="155575" y="12432"/>
                  <a:pt x="120744" y="0"/>
                  <a:pt x="77788" y="0"/>
                </a:cubicBezTo>
                <a:cubicBezTo>
                  <a:pt x="34831" y="0"/>
                  <a:pt x="0" y="12432"/>
                  <a:pt x="0" y="27781"/>
                </a:cubicBezTo>
                <a:lnTo>
                  <a:pt x="0" y="44450"/>
                </a:lnTo>
                <a:cubicBezTo>
                  <a:pt x="0" y="59799"/>
                  <a:pt x="34831" y="72231"/>
                  <a:pt x="77788" y="72231"/>
                </a:cubicBezTo>
                <a:cubicBezTo>
                  <a:pt x="120744" y="72231"/>
                  <a:pt x="155575" y="59799"/>
                  <a:pt x="155575" y="44450"/>
                </a:cubicBezTo>
                <a:close/>
                <a:moveTo>
                  <a:pt x="138385" y="135364"/>
                </a:moveTo>
                <a:cubicBezTo>
                  <a:pt x="122099" y="141163"/>
                  <a:pt x="100672" y="144463"/>
                  <a:pt x="77788" y="144463"/>
                </a:cubicBezTo>
                <a:cubicBezTo>
                  <a:pt x="54903" y="144463"/>
                  <a:pt x="33476" y="141163"/>
                  <a:pt x="17190" y="135364"/>
                </a:cubicBezTo>
                <a:cubicBezTo>
                  <a:pt x="11078" y="133176"/>
                  <a:pt x="5140" y="130433"/>
                  <a:pt x="0" y="127030"/>
                </a:cubicBezTo>
                <a:lnTo>
                  <a:pt x="0" y="150019"/>
                </a:lnTo>
                <a:cubicBezTo>
                  <a:pt x="0" y="165368"/>
                  <a:pt x="34831" y="177800"/>
                  <a:pt x="77788" y="177800"/>
                </a:cubicBezTo>
                <a:cubicBezTo>
                  <a:pt x="120744" y="177800"/>
                  <a:pt x="155575" y="165368"/>
                  <a:pt x="155575" y="150019"/>
                </a:cubicBezTo>
                <a:lnTo>
                  <a:pt x="155575" y="127030"/>
                </a:lnTo>
                <a:cubicBezTo>
                  <a:pt x="150435" y="130433"/>
                  <a:pt x="144532" y="133176"/>
                  <a:pt x="138385" y="135364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57124" y="1025468"/>
            <a:ext cx="146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8174" y="1630306"/>
            <a:ext cx="4489450" cy="723900"/>
          </a:xfrm>
          <a:custGeom>
            <a:avLst/>
            <a:gdLst/>
            <a:ahLst/>
            <a:cxnLst/>
            <a:rect l="l" t="t" r="r" b="b"/>
            <a:pathLst>
              <a:path w="4489450" h="723900">
                <a:moveTo>
                  <a:pt x="38100" y="0"/>
                </a:moveTo>
                <a:lnTo>
                  <a:pt x="4387851" y="0"/>
                </a:lnTo>
                <a:cubicBezTo>
                  <a:pt x="4443962" y="0"/>
                  <a:pt x="4489450" y="45488"/>
                  <a:pt x="4489450" y="101599"/>
                </a:cubicBezTo>
                <a:lnTo>
                  <a:pt x="4489450" y="622301"/>
                </a:lnTo>
                <a:cubicBezTo>
                  <a:pt x="4489450" y="678412"/>
                  <a:pt x="4443962" y="723900"/>
                  <a:pt x="4387851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68174" y="1630306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8824" y="1731906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Guidelines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8824" y="2036706"/>
            <a:ext cx="434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ICMR, MoHFW, AIIMS, WHO protocols for NCDs as RAG corpus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8174" y="2592331"/>
            <a:ext cx="4489450" cy="723900"/>
          </a:xfrm>
          <a:custGeom>
            <a:avLst/>
            <a:gdLst/>
            <a:ahLst/>
            <a:cxnLst/>
            <a:rect l="l" t="t" r="r" b="b"/>
            <a:pathLst>
              <a:path w="4489450" h="723900">
                <a:moveTo>
                  <a:pt x="38100" y="0"/>
                </a:moveTo>
                <a:lnTo>
                  <a:pt x="4387851" y="0"/>
                </a:lnTo>
                <a:cubicBezTo>
                  <a:pt x="4443962" y="0"/>
                  <a:pt x="4489450" y="45488"/>
                  <a:pt x="4489450" y="101599"/>
                </a:cubicBezTo>
                <a:lnTo>
                  <a:pt x="4489450" y="622301"/>
                </a:lnTo>
                <a:cubicBezTo>
                  <a:pt x="4489450" y="678412"/>
                  <a:pt x="4443962" y="723900"/>
                  <a:pt x="4387851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68174" y="2592331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856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8824" y="2693931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Prescription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8824" y="2998731"/>
            <a:ext cx="434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&amp; de-identified PHC/NCD clinic samples for training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8174" y="3554356"/>
            <a:ext cx="4489450" cy="927100"/>
          </a:xfrm>
          <a:custGeom>
            <a:avLst/>
            <a:gdLst/>
            <a:ahLst/>
            <a:cxnLst/>
            <a:rect l="l" t="t" r="r" b="b"/>
            <a:pathLst>
              <a:path w="4489450" h="927100">
                <a:moveTo>
                  <a:pt x="38100" y="0"/>
                </a:moveTo>
                <a:lnTo>
                  <a:pt x="4387849" y="0"/>
                </a:lnTo>
                <a:cubicBezTo>
                  <a:pt x="4443962" y="0"/>
                  <a:pt x="4489450" y="45488"/>
                  <a:pt x="4489450" y="101601"/>
                </a:cubicBezTo>
                <a:lnTo>
                  <a:pt x="4489450" y="825499"/>
                </a:lnTo>
                <a:cubicBezTo>
                  <a:pt x="4489450" y="881612"/>
                  <a:pt x="4443962" y="927100"/>
                  <a:pt x="4387849" y="927100"/>
                </a:cubicBezTo>
                <a:lnTo>
                  <a:pt x="38100" y="927100"/>
                </a:lnTo>
                <a:cubicBezTo>
                  <a:pt x="17072" y="927100"/>
                  <a:pt x="0" y="910028"/>
                  <a:pt x="0" y="889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68174" y="3554356"/>
            <a:ext cx="38100" cy="927100"/>
          </a:xfrm>
          <a:custGeom>
            <a:avLst/>
            <a:gdLst/>
            <a:ahLst/>
            <a:cxnLst/>
            <a:rect l="l" t="t" r="r" b="b"/>
            <a:pathLst>
              <a:path w="38100" h="927100">
                <a:moveTo>
                  <a:pt x="38100" y="0"/>
                </a:moveTo>
                <a:lnTo>
                  <a:pt x="38100" y="0"/>
                </a:lnTo>
                <a:lnTo>
                  <a:pt x="38100" y="927100"/>
                </a:lnTo>
                <a:lnTo>
                  <a:pt x="38100" y="927100"/>
                </a:lnTo>
                <a:cubicBezTo>
                  <a:pt x="17072" y="927100"/>
                  <a:pt x="0" y="910028"/>
                  <a:pt x="0" y="889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8824" y="3655956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Resources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8824" y="3960756"/>
            <a:ext cx="4343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phrase banks (Hindi, Tamil) + doctor→patient parallel corpora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9574" y="4978343"/>
            <a:ext cx="4927600" cy="3975100"/>
          </a:xfrm>
          <a:custGeom>
            <a:avLst/>
            <a:gdLst/>
            <a:ahLst/>
            <a:cxnLst/>
            <a:rect l="l" t="t" r="r" b="b"/>
            <a:pathLst>
              <a:path w="4927600" h="3975100">
                <a:moveTo>
                  <a:pt x="152405" y="0"/>
                </a:moveTo>
                <a:lnTo>
                  <a:pt x="4775195" y="0"/>
                </a:lnTo>
                <a:cubicBezTo>
                  <a:pt x="4859366" y="0"/>
                  <a:pt x="4927600" y="68234"/>
                  <a:pt x="4927600" y="152405"/>
                </a:cubicBezTo>
                <a:lnTo>
                  <a:pt x="4927600" y="3822695"/>
                </a:lnTo>
                <a:cubicBezTo>
                  <a:pt x="4927600" y="3906866"/>
                  <a:pt x="4859366" y="3975100"/>
                  <a:pt x="4775195" y="3975100"/>
                </a:cubicBezTo>
                <a:lnTo>
                  <a:pt x="152405" y="3975100"/>
                </a:lnTo>
                <a:cubicBezTo>
                  <a:pt x="68234" y="3975100"/>
                  <a:pt x="0" y="3906866"/>
                  <a:pt x="0" y="382269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9124" y="518789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77712" y="5302193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00013" y="0"/>
                </a:moveTo>
                <a:lnTo>
                  <a:pt x="44450" y="0"/>
                </a:lnTo>
                <a:cubicBezTo>
                  <a:pt x="38303" y="0"/>
                  <a:pt x="33337" y="4966"/>
                  <a:pt x="33337" y="11112"/>
                </a:cubicBezTo>
                <a:cubicBezTo>
                  <a:pt x="33337" y="17259"/>
                  <a:pt x="38303" y="22225"/>
                  <a:pt x="44450" y="22225"/>
                </a:cubicBezTo>
                <a:lnTo>
                  <a:pt x="44450" y="74836"/>
                </a:lnTo>
                <a:lnTo>
                  <a:pt x="2604" y="148039"/>
                </a:lnTo>
                <a:cubicBezTo>
                  <a:pt x="903" y="151061"/>
                  <a:pt x="0" y="154429"/>
                  <a:pt x="0" y="157902"/>
                </a:cubicBezTo>
                <a:cubicBezTo>
                  <a:pt x="0" y="168910"/>
                  <a:pt x="8890" y="177800"/>
                  <a:pt x="19898" y="177800"/>
                </a:cubicBezTo>
                <a:lnTo>
                  <a:pt x="135677" y="177800"/>
                </a:lnTo>
                <a:cubicBezTo>
                  <a:pt x="146650" y="177800"/>
                  <a:pt x="155575" y="168910"/>
                  <a:pt x="155575" y="157902"/>
                </a:cubicBezTo>
                <a:cubicBezTo>
                  <a:pt x="155575" y="154429"/>
                  <a:pt x="154672" y="151026"/>
                  <a:pt x="152971" y="148039"/>
                </a:cubicBezTo>
                <a:lnTo>
                  <a:pt x="111125" y="74836"/>
                </a:lnTo>
                <a:lnTo>
                  <a:pt x="111125" y="22225"/>
                </a:lnTo>
                <a:cubicBezTo>
                  <a:pt x="117272" y="22225"/>
                  <a:pt x="122238" y="17259"/>
                  <a:pt x="122238" y="11112"/>
                </a:cubicBezTo>
                <a:cubicBezTo>
                  <a:pt x="122238" y="4966"/>
                  <a:pt x="117272" y="0"/>
                  <a:pt x="111125" y="0"/>
                </a:cubicBezTo>
                <a:lnTo>
                  <a:pt x="100013" y="0"/>
                </a:lnTo>
                <a:close/>
                <a:moveTo>
                  <a:pt x="66675" y="74836"/>
                </a:moveTo>
                <a:lnTo>
                  <a:pt x="66675" y="22225"/>
                </a:lnTo>
                <a:lnTo>
                  <a:pt x="88900" y="22225"/>
                </a:lnTo>
                <a:lnTo>
                  <a:pt x="88900" y="74836"/>
                </a:lnTo>
                <a:cubicBezTo>
                  <a:pt x="88900" y="78690"/>
                  <a:pt x="89907" y="82510"/>
                  <a:pt x="91817" y="85879"/>
                </a:cubicBezTo>
                <a:lnTo>
                  <a:pt x="106263" y="111125"/>
                </a:lnTo>
                <a:lnTo>
                  <a:pt x="49312" y="111125"/>
                </a:lnTo>
                <a:lnTo>
                  <a:pt x="63758" y="85879"/>
                </a:lnTo>
                <a:cubicBezTo>
                  <a:pt x="65668" y="82510"/>
                  <a:pt x="66675" y="78725"/>
                  <a:pt x="66675" y="74836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57124" y="5213293"/>
            <a:ext cx="116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9124" y="587964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0800" y="0"/>
                </a:moveTo>
                <a:lnTo>
                  <a:pt x="203200" y="0"/>
                </a:lnTo>
                <a:cubicBezTo>
                  <a:pt x="231237" y="0"/>
                  <a:pt x="254000" y="22763"/>
                  <a:pt x="254000" y="50800"/>
                </a:cubicBezTo>
                <a:lnTo>
                  <a:pt x="254000" y="203200"/>
                </a:lnTo>
                <a:cubicBezTo>
                  <a:pt x="254000" y="231237"/>
                  <a:pt x="231237" y="254000"/>
                  <a:pt x="2032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5631" y="5905046"/>
            <a:ext cx="139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4724" y="5854246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Doctor Validation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4724" y="6108246"/>
            <a:ext cx="341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PHC MOs review for correctness, omission, safety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9124" y="665355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0800" y="0"/>
                </a:moveTo>
                <a:lnTo>
                  <a:pt x="203200" y="0"/>
                </a:lnTo>
                <a:cubicBezTo>
                  <a:pt x="231237" y="0"/>
                  <a:pt x="254000" y="22763"/>
                  <a:pt x="254000" y="50800"/>
                </a:cubicBezTo>
                <a:lnTo>
                  <a:pt x="254000" y="203200"/>
                </a:lnTo>
                <a:cubicBezTo>
                  <a:pt x="254000" y="231237"/>
                  <a:pt x="231237" y="254000"/>
                  <a:pt x="2032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1806" y="6678952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4724" y="6628152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Patient Comprehension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4724" y="6882152"/>
            <a:ext cx="2425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Pre-post quiz + teach-back method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9124" y="7427459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0800" y="0"/>
                </a:moveTo>
                <a:lnTo>
                  <a:pt x="203200" y="0"/>
                </a:lnTo>
                <a:cubicBezTo>
                  <a:pt x="231237" y="0"/>
                  <a:pt x="254000" y="22763"/>
                  <a:pt x="254000" y="50800"/>
                </a:cubicBezTo>
                <a:lnTo>
                  <a:pt x="254000" y="203200"/>
                </a:lnTo>
                <a:cubicBezTo>
                  <a:pt x="254000" y="231237"/>
                  <a:pt x="231237" y="254000"/>
                  <a:pt x="2032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31145" y="7452859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4724" y="7402059"/>
            <a:ext cx="278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Adherence Tracking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4724" y="7656059"/>
            <a:ext cx="276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Self-report checklists, IVR, refill patterns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9124" y="82013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0800" y="0"/>
                </a:moveTo>
                <a:lnTo>
                  <a:pt x="203200" y="0"/>
                </a:lnTo>
                <a:cubicBezTo>
                  <a:pt x="231237" y="0"/>
                  <a:pt x="254000" y="22763"/>
                  <a:pt x="254000" y="50800"/>
                </a:cubicBezTo>
                <a:lnTo>
                  <a:pt x="254000" y="203200"/>
                </a:lnTo>
                <a:cubicBezTo>
                  <a:pt x="254000" y="231237"/>
                  <a:pt x="231237" y="254000"/>
                  <a:pt x="2032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51319" y="8226765"/>
            <a:ext cx="12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FF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!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4724" y="8175965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Hallucination Audit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4724" y="8429965"/>
            <a:ext cx="289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Quantitative audit driving rate to near-zero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87307" y="790518"/>
            <a:ext cx="4927600" cy="5346700"/>
          </a:xfrm>
          <a:custGeom>
            <a:avLst/>
            <a:gdLst/>
            <a:ahLst/>
            <a:cxnLst/>
            <a:rect l="l" t="t" r="r" b="b"/>
            <a:pathLst>
              <a:path w="4927600" h="5346700">
                <a:moveTo>
                  <a:pt x="152411" y="0"/>
                </a:moveTo>
                <a:lnTo>
                  <a:pt x="4775189" y="0"/>
                </a:lnTo>
                <a:cubicBezTo>
                  <a:pt x="4859363" y="0"/>
                  <a:pt x="4927600" y="68237"/>
                  <a:pt x="4927600" y="152411"/>
                </a:cubicBezTo>
                <a:lnTo>
                  <a:pt x="4927600" y="5194289"/>
                </a:lnTo>
                <a:cubicBezTo>
                  <a:pt x="4927600" y="5278463"/>
                  <a:pt x="4859363" y="5346700"/>
                  <a:pt x="4775189" y="5346700"/>
                </a:cubicBezTo>
                <a:lnTo>
                  <a:pt x="152411" y="5346700"/>
                </a:lnTo>
                <a:cubicBezTo>
                  <a:pt x="68237" y="5346700"/>
                  <a:pt x="0" y="5278463"/>
                  <a:pt x="0" y="5194289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gradFill flip="none" rotWithShape="1">
            <a:gsLst>
              <a:gs pos="0">
                <a:srgbClr val="5856D6">
                  <a:alpha val="10000"/>
                </a:srgbClr>
              </a:gs>
              <a:gs pos="100000">
                <a:srgbClr val="0071E3">
                  <a:alpha val="5000"/>
                </a:srgbClr>
              </a:gs>
            </a:gsLst>
            <a:lin ang="2700000" scaled="1"/>
          </a:gradFill>
          <a:ln w="12700">
            <a:solidFill>
              <a:srgbClr val="5856D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696857" y="100006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856D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803220" y="1114368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7479" y="-6563"/>
                </a:moveTo>
                <a:cubicBezTo>
                  <a:pt x="106055" y="-9341"/>
                  <a:pt x="103173" y="-11112"/>
                  <a:pt x="100047" y="-11112"/>
                </a:cubicBezTo>
                <a:cubicBezTo>
                  <a:pt x="96922" y="-11112"/>
                  <a:pt x="94040" y="-9341"/>
                  <a:pt x="92616" y="-6563"/>
                </a:cubicBezTo>
                <a:lnTo>
                  <a:pt x="67057" y="43512"/>
                </a:lnTo>
                <a:lnTo>
                  <a:pt x="11529" y="52333"/>
                </a:lnTo>
                <a:cubicBezTo>
                  <a:pt x="8439" y="52819"/>
                  <a:pt x="5869" y="55007"/>
                  <a:pt x="4896" y="57993"/>
                </a:cubicBezTo>
                <a:cubicBezTo>
                  <a:pt x="3924" y="60980"/>
                  <a:pt x="4723" y="64244"/>
                  <a:pt x="6911" y="66467"/>
                </a:cubicBezTo>
                <a:lnTo>
                  <a:pt x="46638" y="106229"/>
                </a:lnTo>
                <a:lnTo>
                  <a:pt x="37887" y="161756"/>
                </a:lnTo>
                <a:cubicBezTo>
                  <a:pt x="37401" y="164847"/>
                  <a:pt x="38685" y="167972"/>
                  <a:pt x="41220" y="169813"/>
                </a:cubicBezTo>
                <a:cubicBezTo>
                  <a:pt x="43755" y="171653"/>
                  <a:pt x="47089" y="171931"/>
                  <a:pt x="49902" y="170507"/>
                </a:cubicBezTo>
                <a:lnTo>
                  <a:pt x="100047" y="145018"/>
                </a:lnTo>
                <a:lnTo>
                  <a:pt x="150158" y="170507"/>
                </a:lnTo>
                <a:cubicBezTo>
                  <a:pt x="152936" y="171931"/>
                  <a:pt x="156304" y="171653"/>
                  <a:pt x="158839" y="169813"/>
                </a:cubicBezTo>
                <a:cubicBezTo>
                  <a:pt x="161374" y="167972"/>
                  <a:pt x="162659" y="164882"/>
                  <a:pt x="162173" y="161756"/>
                </a:cubicBezTo>
                <a:lnTo>
                  <a:pt x="153387" y="106229"/>
                </a:lnTo>
                <a:lnTo>
                  <a:pt x="193114" y="66467"/>
                </a:lnTo>
                <a:cubicBezTo>
                  <a:pt x="195337" y="64244"/>
                  <a:pt x="196101" y="60980"/>
                  <a:pt x="195129" y="57993"/>
                </a:cubicBezTo>
                <a:cubicBezTo>
                  <a:pt x="194156" y="55007"/>
                  <a:pt x="191621" y="52819"/>
                  <a:pt x="188496" y="52333"/>
                </a:cubicBezTo>
                <a:lnTo>
                  <a:pt x="133003" y="43512"/>
                </a:lnTo>
                <a:lnTo>
                  <a:pt x="107479" y="-6563"/>
                </a:lnTo>
                <a:close/>
              </a:path>
            </a:pathLst>
          </a:custGeom>
          <a:solidFill>
            <a:srgbClr val="5856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204857" y="1025468"/>
            <a:ext cx="90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Novelty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696857" y="1558868"/>
            <a:ext cx="4508500" cy="1358900"/>
          </a:xfrm>
          <a:custGeom>
            <a:avLst/>
            <a:gdLst/>
            <a:ahLst/>
            <a:cxnLst/>
            <a:rect l="l" t="t" r="r" b="b"/>
            <a:pathLst>
              <a:path w="4508500" h="1358900">
                <a:moveTo>
                  <a:pt x="101605" y="0"/>
                </a:moveTo>
                <a:lnTo>
                  <a:pt x="4406895" y="0"/>
                </a:lnTo>
                <a:cubicBezTo>
                  <a:pt x="4463010" y="0"/>
                  <a:pt x="4508500" y="45490"/>
                  <a:pt x="4508500" y="101605"/>
                </a:cubicBezTo>
                <a:lnTo>
                  <a:pt x="4508500" y="1257295"/>
                </a:lnTo>
                <a:cubicBezTo>
                  <a:pt x="4508500" y="1313410"/>
                  <a:pt x="4463010" y="1358900"/>
                  <a:pt x="4406895" y="1358900"/>
                </a:cubicBezTo>
                <a:lnTo>
                  <a:pt x="101605" y="1358900"/>
                </a:lnTo>
                <a:cubicBezTo>
                  <a:pt x="45490" y="1358900"/>
                  <a:pt x="0" y="1313410"/>
                  <a:pt x="0" y="1257295"/>
                </a:cubicBezTo>
                <a:lnTo>
                  <a:pt x="0" y="101605"/>
                </a:lnTo>
                <a:cubicBezTo>
                  <a:pt x="0" y="45490"/>
                  <a:pt x="45490" y="0"/>
                  <a:pt x="1016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5861957" y="1736668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50800" y="25400"/>
                </a:moveTo>
                <a:cubicBezTo>
                  <a:pt x="50800" y="11390"/>
                  <a:pt x="62190" y="0"/>
                  <a:pt x="76200" y="0"/>
                </a:cubicBezTo>
                <a:lnTo>
                  <a:pt x="152400" y="0"/>
                </a:lnTo>
                <a:cubicBezTo>
                  <a:pt x="166410" y="0"/>
                  <a:pt x="177800" y="11390"/>
                  <a:pt x="177800" y="25400"/>
                </a:cubicBezTo>
                <a:lnTo>
                  <a:pt x="177800" y="50800"/>
                </a:lnTo>
                <a:lnTo>
                  <a:pt x="203200" y="50800"/>
                </a:lnTo>
                <a:cubicBezTo>
                  <a:pt x="217210" y="50800"/>
                  <a:pt x="228600" y="62190"/>
                  <a:pt x="228600" y="76200"/>
                </a:cubicBezTo>
                <a:lnTo>
                  <a:pt x="228600" y="177800"/>
                </a:lnTo>
                <a:cubicBezTo>
                  <a:pt x="228600" y="191810"/>
                  <a:pt x="217210" y="203200"/>
                  <a:pt x="203200" y="203200"/>
                </a:cubicBezTo>
                <a:lnTo>
                  <a:pt x="25400" y="203200"/>
                </a:lnTo>
                <a:cubicBezTo>
                  <a:pt x="11390" y="203200"/>
                  <a:pt x="0" y="191810"/>
                  <a:pt x="0" y="177800"/>
                </a:cubicBezTo>
                <a:lnTo>
                  <a:pt x="0" y="76200"/>
                </a:lnTo>
                <a:cubicBezTo>
                  <a:pt x="0" y="62190"/>
                  <a:pt x="11390" y="50800"/>
                  <a:pt x="25400" y="50800"/>
                </a:cubicBezTo>
                <a:lnTo>
                  <a:pt x="50800" y="50800"/>
                </a:lnTo>
                <a:lnTo>
                  <a:pt x="50800" y="25400"/>
                </a:lnTo>
                <a:close/>
                <a:moveTo>
                  <a:pt x="107950" y="139700"/>
                </a:moveTo>
                <a:cubicBezTo>
                  <a:pt x="100925" y="139700"/>
                  <a:pt x="95250" y="145375"/>
                  <a:pt x="95250" y="152400"/>
                </a:cubicBezTo>
                <a:lnTo>
                  <a:pt x="95250" y="184150"/>
                </a:lnTo>
                <a:lnTo>
                  <a:pt x="133350" y="184150"/>
                </a:lnTo>
                <a:lnTo>
                  <a:pt x="133350" y="152400"/>
                </a:lnTo>
                <a:cubicBezTo>
                  <a:pt x="133350" y="145375"/>
                  <a:pt x="127675" y="139700"/>
                  <a:pt x="120650" y="139700"/>
                </a:cubicBezTo>
                <a:lnTo>
                  <a:pt x="107950" y="139700"/>
                </a:lnTo>
                <a:close/>
                <a:moveTo>
                  <a:pt x="50800" y="146050"/>
                </a:moveTo>
                <a:lnTo>
                  <a:pt x="50800" y="133350"/>
                </a:lnTo>
                <a:cubicBezTo>
                  <a:pt x="50800" y="129858"/>
                  <a:pt x="47943" y="127000"/>
                  <a:pt x="44450" y="127000"/>
                </a:cubicBezTo>
                <a:lnTo>
                  <a:pt x="31750" y="127000"/>
                </a:lnTo>
                <a:cubicBezTo>
                  <a:pt x="28258" y="127000"/>
                  <a:pt x="25400" y="129858"/>
                  <a:pt x="25400" y="133350"/>
                </a:cubicBezTo>
                <a:lnTo>
                  <a:pt x="25400" y="146050"/>
                </a:lnTo>
                <a:cubicBezTo>
                  <a:pt x="25400" y="149543"/>
                  <a:pt x="28258" y="152400"/>
                  <a:pt x="31750" y="152400"/>
                </a:cubicBezTo>
                <a:lnTo>
                  <a:pt x="44450" y="152400"/>
                </a:lnTo>
                <a:cubicBezTo>
                  <a:pt x="47943" y="152400"/>
                  <a:pt x="50800" y="149543"/>
                  <a:pt x="50800" y="146050"/>
                </a:cubicBezTo>
                <a:close/>
                <a:moveTo>
                  <a:pt x="44450" y="101600"/>
                </a:moveTo>
                <a:cubicBezTo>
                  <a:pt x="47943" y="101600"/>
                  <a:pt x="50800" y="98743"/>
                  <a:pt x="50800" y="95250"/>
                </a:cubicBezTo>
                <a:lnTo>
                  <a:pt x="50800" y="82550"/>
                </a:lnTo>
                <a:cubicBezTo>
                  <a:pt x="50800" y="79058"/>
                  <a:pt x="47943" y="76200"/>
                  <a:pt x="44450" y="76200"/>
                </a:cubicBezTo>
                <a:lnTo>
                  <a:pt x="31750" y="76200"/>
                </a:lnTo>
                <a:cubicBezTo>
                  <a:pt x="28258" y="76200"/>
                  <a:pt x="25400" y="79058"/>
                  <a:pt x="25400" y="82550"/>
                </a:cubicBezTo>
                <a:lnTo>
                  <a:pt x="25400" y="95250"/>
                </a:lnTo>
                <a:cubicBezTo>
                  <a:pt x="25400" y="98743"/>
                  <a:pt x="28258" y="101600"/>
                  <a:pt x="31750" y="101600"/>
                </a:cubicBezTo>
                <a:lnTo>
                  <a:pt x="44450" y="101600"/>
                </a:lnTo>
                <a:close/>
                <a:moveTo>
                  <a:pt x="203200" y="146050"/>
                </a:moveTo>
                <a:lnTo>
                  <a:pt x="203200" y="133350"/>
                </a:lnTo>
                <a:cubicBezTo>
                  <a:pt x="203200" y="129858"/>
                  <a:pt x="200343" y="127000"/>
                  <a:pt x="196850" y="127000"/>
                </a:cubicBezTo>
                <a:lnTo>
                  <a:pt x="184150" y="127000"/>
                </a:lnTo>
                <a:cubicBezTo>
                  <a:pt x="180658" y="127000"/>
                  <a:pt x="177800" y="129858"/>
                  <a:pt x="177800" y="133350"/>
                </a:cubicBezTo>
                <a:lnTo>
                  <a:pt x="177800" y="146050"/>
                </a:lnTo>
                <a:cubicBezTo>
                  <a:pt x="177800" y="149543"/>
                  <a:pt x="180658" y="152400"/>
                  <a:pt x="184150" y="152400"/>
                </a:cubicBezTo>
                <a:lnTo>
                  <a:pt x="196850" y="152400"/>
                </a:lnTo>
                <a:cubicBezTo>
                  <a:pt x="200343" y="152400"/>
                  <a:pt x="203200" y="149543"/>
                  <a:pt x="203200" y="146050"/>
                </a:cubicBezTo>
                <a:close/>
                <a:moveTo>
                  <a:pt x="196850" y="101600"/>
                </a:moveTo>
                <a:cubicBezTo>
                  <a:pt x="200343" y="101600"/>
                  <a:pt x="203200" y="98743"/>
                  <a:pt x="203200" y="95250"/>
                </a:cubicBezTo>
                <a:lnTo>
                  <a:pt x="203200" y="82550"/>
                </a:lnTo>
                <a:cubicBezTo>
                  <a:pt x="203200" y="79058"/>
                  <a:pt x="200343" y="76200"/>
                  <a:pt x="196850" y="76200"/>
                </a:cubicBezTo>
                <a:lnTo>
                  <a:pt x="184150" y="76200"/>
                </a:lnTo>
                <a:cubicBezTo>
                  <a:pt x="180658" y="76200"/>
                  <a:pt x="177800" y="79058"/>
                  <a:pt x="177800" y="82550"/>
                </a:cubicBezTo>
                <a:lnTo>
                  <a:pt x="177800" y="95250"/>
                </a:lnTo>
                <a:cubicBezTo>
                  <a:pt x="177800" y="98743"/>
                  <a:pt x="180658" y="101600"/>
                  <a:pt x="184150" y="101600"/>
                </a:cubicBezTo>
                <a:lnTo>
                  <a:pt x="196850" y="101600"/>
                </a:lnTo>
                <a:close/>
                <a:moveTo>
                  <a:pt x="104775" y="41275"/>
                </a:moveTo>
                <a:lnTo>
                  <a:pt x="104775" y="53975"/>
                </a:lnTo>
                <a:lnTo>
                  <a:pt x="92075" y="53975"/>
                </a:lnTo>
                <a:cubicBezTo>
                  <a:pt x="88582" y="53975"/>
                  <a:pt x="85725" y="56832"/>
                  <a:pt x="85725" y="60325"/>
                </a:cubicBezTo>
                <a:lnTo>
                  <a:pt x="85725" y="66675"/>
                </a:lnTo>
                <a:cubicBezTo>
                  <a:pt x="85725" y="70168"/>
                  <a:pt x="88582" y="73025"/>
                  <a:pt x="92075" y="73025"/>
                </a:cubicBezTo>
                <a:lnTo>
                  <a:pt x="104775" y="73025"/>
                </a:lnTo>
                <a:lnTo>
                  <a:pt x="104775" y="85725"/>
                </a:lnTo>
                <a:cubicBezTo>
                  <a:pt x="104775" y="89218"/>
                  <a:pt x="107633" y="92075"/>
                  <a:pt x="111125" y="92075"/>
                </a:cubicBezTo>
                <a:lnTo>
                  <a:pt x="117475" y="92075"/>
                </a:lnTo>
                <a:cubicBezTo>
                  <a:pt x="120968" y="92075"/>
                  <a:pt x="123825" y="89218"/>
                  <a:pt x="123825" y="85725"/>
                </a:cubicBezTo>
                <a:lnTo>
                  <a:pt x="123825" y="73025"/>
                </a:lnTo>
                <a:lnTo>
                  <a:pt x="136525" y="73025"/>
                </a:lnTo>
                <a:cubicBezTo>
                  <a:pt x="140018" y="73025"/>
                  <a:pt x="142875" y="70168"/>
                  <a:pt x="142875" y="66675"/>
                </a:cubicBezTo>
                <a:lnTo>
                  <a:pt x="142875" y="60325"/>
                </a:lnTo>
                <a:cubicBezTo>
                  <a:pt x="142875" y="56832"/>
                  <a:pt x="140018" y="53975"/>
                  <a:pt x="136525" y="53975"/>
                </a:cubicBezTo>
                <a:lnTo>
                  <a:pt x="123825" y="53975"/>
                </a:lnTo>
                <a:lnTo>
                  <a:pt x="123825" y="41275"/>
                </a:lnTo>
                <a:cubicBezTo>
                  <a:pt x="123825" y="37783"/>
                  <a:pt x="120968" y="34925"/>
                  <a:pt x="117475" y="34925"/>
                </a:cubicBezTo>
                <a:lnTo>
                  <a:pt x="111125" y="34925"/>
                </a:lnTo>
                <a:cubicBezTo>
                  <a:pt x="107633" y="34925"/>
                  <a:pt x="104775" y="37783"/>
                  <a:pt x="104775" y="41275"/>
                </a:cubicBezTo>
                <a:close/>
              </a:path>
            </a:pathLst>
          </a:custGeom>
          <a:solidFill>
            <a:srgbClr val="5856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204857" y="1711268"/>
            <a:ext cx="208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Beyond Generic Chatbots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849257" y="2016068"/>
            <a:ext cx="4279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Anchored in actual PHC workflows and prescriptions—not open Q&amp;A. Clear guardrails: structures &amp; translates only, never diagnoses or prescribes.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696857" y="3063818"/>
            <a:ext cx="4508500" cy="1358900"/>
          </a:xfrm>
          <a:custGeom>
            <a:avLst/>
            <a:gdLst/>
            <a:ahLst/>
            <a:cxnLst/>
            <a:rect l="l" t="t" r="r" b="b"/>
            <a:pathLst>
              <a:path w="4508500" h="1358900">
                <a:moveTo>
                  <a:pt x="101605" y="0"/>
                </a:moveTo>
                <a:lnTo>
                  <a:pt x="4406895" y="0"/>
                </a:lnTo>
                <a:cubicBezTo>
                  <a:pt x="4463010" y="0"/>
                  <a:pt x="4508500" y="45490"/>
                  <a:pt x="4508500" y="101605"/>
                </a:cubicBezTo>
                <a:lnTo>
                  <a:pt x="4508500" y="1257295"/>
                </a:lnTo>
                <a:cubicBezTo>
                  <a:pt x="4508500" y="1313410"/>
                  <a:pt x="4463010" y="1358900"/>
                  <a:pt x="4406895" y="1358900"/>
                </a:cubicBezTo>
                <a:lnTo>
                  <a:pt x="101605" y="1358900"/>
                </a:lnTo>
                <a:cubicBezTo>
                  <a:pt x="45490" y="1358900"/>
                  <a:pt x="0" y="1313410"/>
                  <a:pt x="0" y="1257295"/>
                </a:cubicBezTo>
                <a:lnTo>
                  <a:pt x="0" y="101605"/>
                </a:lnTo>
                <a:cubicBezTo>
                  <a:pt x="0" y="45490"/>
                  <a:pt x="45490" y="0"/>
                  <a:pt x="1016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5887357" y="3241618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25400" y="12700"/>
                </a:moveTo>
                <a:cubicBezTo>
                  <a:pt x="25400" y="5675"/>
                  <a:pt x="19725" y="0"/>
                  <a:pt x="12700" y="0"/>
                </a:cubicBezTo>
                <a:cubicBezTo>
                  <a:pt x="5675" y="0"/>
                  <a:pt x="0" y="5675"/>
                  <a:pt x="0" y="12700"/>
                </a:cubicBezTo>
                <a:lnTo>
                  <a:pt x="0" y="190500"/>
                </a:lnTo>
                <a:cubicBezTo>
                  <a:pt x="0" y="197525"/>
                  <a:pt x="5675" y="203200"/>
                  <a:pt x="12700" y="203200"/>
                </a:cubicBezTo>
                <a:cubicBezTo>
                  <a:pt x="19725" y="203200"/>
                  <a:pt x="25400" y="197525"/>
                  <a:pt x="25400" y="190500"/>
                </a:cubicBezTo>
                <a:lnTo>
                  <a:pt x="25400" y="142240"/>
                </a:lnTo>
                <a:lnTo>
                  <a:pt x="50284" y="134779"/>
                </a:lnTo>
                <a:cubicBezTo>
                  <a:pt x="66913" y="129778"/>
                  <a:pt x="84852" y="131326"/>
                  <a:pt x="100370" y="139105"/>
                </a:cubicBezTo>
                <a:cubicBezTo>
                  <a:pt x="117316" y="147598"/>
                  <a:pt x="137081" y="148630"/>
                  <a:pt x="154821" y="141962"/>
                </a:cubicBezTo>
                <a:lnTo>
                  <a:pt x="169545" y="136446"/>
                </a:lnTo>
                <a:cubicBezTo>
                  <a:pt x="174506" y="134580"/>
                  <a:pt x="177800" y="129857"/>
                  <a:pt x="177800" y="124539"/>
                </a:cubicBezTo>
                <a:lnTo>
                  <a:pt x="177800" y="26233"/>
                </a:lnTo>
                <a:cubicBezTo>
                  <a:pt x="177800" y="17105"/>
                  <a:pt x="168196" y="11152"/>
                  <a:pt x="160020" y="15240"/>
                </a:cubicBezTo>
                <a:lnTo>
                  <a:pt x="155337" y="17582"/>
                </a:lnTo>
                <a:cubicBezTo>
                  <a:pt x="137517" y="26511"/>
                  <a:pt x="116523" y="26511"/>
                  <a:pt x="98663" y="17582"/>
                </a:cubicBezTo>
                <a:cubicBezTo>
                  <a:pt x="84217" y="10358"/>
                  <a:pt x="67588" y="8930"/>
                  <a:pt x="52149" y="13573"/>
                </a:cubicBezTo>
                <a:lnTo>
                  <a:pt x="25400" y="21590"/>
                </a:lnTo>
                <a:lnTo>
                  <a:pt x="25400" y="12700"/>
                </a:lnTo>
                <a:close/>
              </a:path>
            </a:pathLst>
          </a:custGeom>
          <a:solidFill>
            <a:srgbClr val="5856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204857" y="3216218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India-First Design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849257" y="3521018"/>
            <a:ext cx="4279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Tailored for Ayushman Bharat HWCs as first point of chronic care. Built for low-literacy, multi-lingual, low-resource settings including non-smphone households.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696857" y="4568768"/>
            <a:ext cx="4508500" cy="1358900"/>
          </a:xfrm>
          <a:custGeom>
            <a:avLst/>
            <a:gdLst/>
            <a:ahLst/>
            <a:cxnLst/>
            <a:rect l="l" t="t" r="r" b="b"/>
            <a:pathLst>
              <a:path w="4508500" h="1358900">
                <a:moveTo>
                  <a:pt x="101605" y="0"/>
                </a:moveTo>
                <a:lnTo>
                  <a:pt x="4406895" y="0"/>
                </a:lnTo>
                <a:cubicBezTo>
                  <a:pt x="4463010" y="0"/>
                  <a:pt x="4508500" y="45490"/>
                  <a:pt x="4508500" y="101605"/>
                </a:cubicBezTo>
                <a:lnTo>
                  <a:pt x="4508500" y="1257295"/>
                </a:lnTo>
                <a:cubicBezTo>
                  <a:pt x="4508500" y="1313410"/>
                  <a:pt x="4463010" y="1358900"/>
                  <a:pt x="4406895" y="1358900"/>
                </a:cubicBezTo>
                <a:lnTo>
                  <a:pt x="101605" y="1358900"/>
                </a:lnTo>
                <a:cubicBezTo>
                  <a:pt x="45490" y="1358900"/>
                  <a:pt x="0" y="1313410"/>
                  <a:pt x="0" y="1257295"/>
                </a:cubicBezTo>
                <a:lnTo>
                  <a:pt x="0" y="101605"/>
                </a:lnTo>
                <a:cubicBezTo>
                  <a:pt x="0" y="45490"/>
                  <a:pt x="45490" y="0"/>
                  <a:pt x="1016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887357" y="4746568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50800" y="-12700"/>
                </a:moveTo>
                <a:cubicBezTo>
                  <a:pt x="57825" y="-12700"/>
                  <a:pt x="63500" y="-7025"/>
                  <a:pt x="63500" y="0"/>
                </a:cubicBezTo>
                <a:lnTo>
                  <a:pt x="63500" y="38100"/>
                </a:lnTo>
                <a:lnTo>
                  <a:pt x="114300" y="38100"/>
                </a:lnTo>
                <a:lnTo>
                  <a:pt x="114300" y="0"/>
                </a:lnTo>
                <a:cubicBezTo>
                  <a:pt x="114300" y="-7025"/>
                  <a:pt x="119975" y="-12700"/>
                  <a:pt x="127000" y="-12700"/>
                </a:cubicBezTo>
                <a:cubicBezTo>
                  <a:pt x="134025" y="-12700"/>
                  <a:pt x="139700" y="-7025"/>
                  <a:pt x="139700" y="0"/>
                </a:cubicBezTo>
                <a:lnTo>
                  <a:pt x="139700" y="38100"/>
                </a:lnTo>
                <a:lnTo>
                  <a:pt x="165100" y="38100"/>
                </a:lnTo>
                <a:cubicBezTo>
                  <a:pt x="172125" y="38100"/>
                  <a:pt x="177800" y="43775"/>
                  <a:pt x="177800" y="50800"/>
                </a:cubicBezTo>
                <a:cubicBezTo>
                  <a:pt x="177800" y="57825"/>
                  <a:pt x="172125" y="63500"/>
                  <a:pt x="165100" y="63500"/>
                </a:cubicBezTo>
                <a:lnTo>
                  <a:pt x="165100" y="88900"/>
                </a:lnTo>
                <a:cubicBezTo>
                  <a:pt x="165100" y="126643"/>
                  <a:pt x="137636" y="157996"/>
                  <a:pt x="101600" y="164028"/>
                </a:cubicBezTo>
                <a:lnTo>
                  <a:pt x="101600" y="190500"/>
                </a:lnTo>
                <a:cubicBezTo>
                  <a:pt x="101600" y="197525"/>
                  <a:pt x="95925" y="203200"/>
                  <a:pt x="88900" y="203200"/>
                </a:cubicBezTo>
                <a:cubicBezTo>
                  <a:pt x="81875" y="203200"/>
                  <a:pt x="76200" y="197525"/>
                  <a:pt x="76200" y="190500"/>
                </a:cubicBezTo>
                <a:lnTo>
                  <a:pt x="76200" y="164028"/>
                </a:lnTo>
                <a:cubicBezTo>
                  <a:pt x="40164" y="157996"/>
                  <a:pt x="12700" y="126643"/>
                  <a:pt x="12700" y="88900"/>
                </a:cubicBezTo>
                <a:lnTo>
                  <a:pt x="12700" y="63500"/>
                </a:lnTo>
                <a:cubicBezTo>
                  <a:pt x="5675" y="63500"/>
                  <a:pt x="0" y="57825"/>
                  <a:pt x="0" y="50800"/>
                </a:cubicBezTo>
                <a:cubicBezTo>
                  <a:pt x="0" y="43775"/>
                  <a:pt x="5675" y="38100"/>
                  <a:pt x="12700" y="38100"/>
                </a:cubicBezTo>
                <a:lnTo>
                  <a:pt x="38100" y="38100"/>
                </a:lnTo>
                <a:lnTo>
                  <a:pt x="38100" y="0"/>
                </a:lnTo>
                <a:cubicBezTo>
                  <a:pt x="38100" y="-7025"/>
                  <a:pt x="43775" y="-12700"/>
                  <a:pt x="50800" y="-12700"/>
                </a:cubicBezTo>
                <a:close/>
              </a:path>
            </a:pathLst>
          </a:custGeom>
          <a:solidFill>
            <a:srgbClr val="5856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204857" y="4721168"/>
            <a:ext cx="185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Ecosystem Integration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849257" y="5025968"/>
            <a:ext cx="42799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for ABDM health IDs, AB-HWC apps, state HIS platforms via APIs. Language &amp; guideline "plug-ins" enable rapid state-wise rollout.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487307" y="6346768"/>
            <a:ext cx="4927600" cy="2603500"/>
          </a:xfrm>
          <a:custGeom>
            <a:avLst/>
            <a:gdLst/>
            <a:ahLst/>
            <a:cxnLst/>
            <a:rect l="l" t="t" r="r" b="b"/>
            <a:pathLst>
              <a:path w="4927600" h="2603500">
                <a:moveTo>
                  <a:pt x="152409" y="0"/>
                </a:moveTo>
                <a:lnTo>
                  <a:pt x="4775191" y="0"/>
                </a:lnTo>
                <a:cubicBezTo>
                  <a:pt x="4859364" y="0"/>
                  <a:pt x="4927600" y="68236"/>
                  <a:pt x="4927600" y="152409"/>
                </a:cubicBezTo>
                <a:lnTo>
                  <a:pt x="4927600" y="2451091"/>
                </a:lnTo>
                <a:cubicBezTo>
                  <a:pt x="4927600" y="2535264"/>
                  <a:pt x="4859364" y="2603500"/>
                  <a:pt x="4775191" y="2603500"/>
                </a:cubicBezTo>
                <a:lnTo>
                  <a:pt x="152409" y="2603500"/>
                </a:lnTo>
                <a:cubicBezTo>
                  <a:pt x="68236" y="2603500"/>
                  <a:pt x="0" y="2535264"/>
                  <a:pt x="0" y="2451091"/>
                </a:cubicBezTo>
                <a:lnTo>
                  <a:pt x="0" y="152409"/>
                </a:lnTo>
                <a:cubicBezTo>
                  <a:pt x="0" y="68236"/>
                  <a:pt x="68236" y="0"/>
                  <a:pt x="15240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696857" y="6556318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Impact Metrics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696857" y="6962718"/>
            <a:ext cx="2184400" cy="812800"/>
          </a:xfrm>
          <a:custGeom>
            <a:avLst/>
            <a:gdLst/>
            <a:ahLst/>
            <a:cxnLst/>
            <a:rect l="l" t="t" r="r" b="b"/>
            <a:pathLst>
              <a:path w="2184400" h="812800">
                <a:moveTo>
                  <a:pt x="101600" y="0"/>
                </a:moveTo>
                <a:lnTo>
                  <a:pt x="2082800" y="0"/>
                </a:lnTo>
                <a:cubicBezTo>
                  <a:pt x="2138875" y="0"/>
                  <a:pt x="2184400" y="45525"/>
                  <a:pt x="2184400" y="101600"/>
                </a:cubicBezTo>
                <a:lnTo>
                  <a:pt x="2184400" y="711200"/>
                </a:lnTo>
                <a:cubicBezTo>
                  <a:pt x="2184400" y="767275"/>
                  <a:pt x="2138875" y="812800"/>
                  <a:pt x="2082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722257" y="7064318"/>
            <a:ext cx="213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760357" y="7470718"/>
            <a:ext cx="205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 Repeat visits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029424" y="6962718"/>
            <a:ext cx="2184400" cy="812800"/>
          </a:xfrm>
          <a:custGeom>
            <a:avLst/>
            <a:gdLst/>
            <a:ahLst/>
            <a:cxnLst/>
            <a:rect l="l" t="t" r="r" b="b"/>
            <a:pathLst>
              <a:path w="2184400" h="812800">
                <a:moveTo>
                  <a:pt x="101600" y="0"/>
                </a:moveTo>
                <a:lnTo>
                  <a:pt x="2082800" y="0"/>
                </a:lnTo>
                <a:cubicBezTo>
                  <a:pt x="2138875" y="0"/>
                  <a:pt x="2184400" y="45525"/>
                  <a:pt x="2184400" y="101600"/>
                </a:cubicBezTo>
                <a:lnTo>
                  <a:pt x="2184400" y="711200"/>
                </a:lnTo>
                <a:cubicBezTo>
                  <a:pt x="2184400" y="767275"/>
                  <a:pt x="2138875" y="812800"/>
                  <a:pt x="2082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8054824" y="7064318"/>
            <a:ext cx="213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2x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092924" y="7470718"/>
            <a:ext cx="205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↑ Comprehension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696857" y="7927918"/>
            <a:ext cx="2184400" cy="812800"/>
          </a:xfrm>
          <a:custGeom>
            <a:avLst/>
            <a:gdLst/>
            <a:ahLst/>
            <a:cxnLst/>
            <a:rect l="l" t="t" r="r" b="b"/>
            <a:pathLst>
              <a:path w="2184400" h="812800">
                <a:moveTo>
                  <a:pt x="101600" y="0"/>
                </a:moveTo>
                <a:lnTo>
                  <a:pt x="2082800" y="0"/>
                </a:lnTo>
                <a:cubicBezTo>
                  <a:pt x="2138875" y="0"/>
                  <a:pt x="2184400" y="45525"/>
                  <a:pt x="2184400" y="101600"/>
                </a:cubicBezTo>
                <a:lnTo>
                  <a:pt x="2184400" y="711200"/>
                </a:lnTo>
                <a:cubicBezTo>
                  <a:pt x="2184400" y="767275"/>
                  <a:pt x="2138875" y="812800"/>
                  <a:pt x="2082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856D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722257" y="8029518"/>
            <a:ext cx="213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856D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760357" y="8435918"/>
            <a:ext cx="205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↑ Follow-up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029424" y="7927918"/>
            <a:ext cx="2184400" cy="812800"/>
          </a:xfrm>
          <a:custGeom>
            <a:avLst/>
            <a:gdLst/>
            <a:ahLst/>
            <a:cxnLst/>
            <a:rect l="l" t="t" r="r" b="b"/>
            <a:pathLst>
              <a:path w="2184400" h="812800">
                <a:moveTo>
                  <a:pt x="101600" y="0"/>
                </a:moveTo>
                <a:lnTo>
                  <a:pt x="2082800" y="0"/>
                </a:lnTo>
                <a:cubicBezTo>
                  <a:pt x="2138875" y="0"/>
                  <a:pt x="2184400" y="45525"/>
                  <a:pt x="2184400" y="101600"/>
                </a:cubicBezTo>
                <a:lnTo>
                  <a:pt x="2184400" y="711200"/>
                </a:lnTo>
                <a:cubicBezTo>
                  <a:pt x="2184400" y="767275"/>
                  <a:pt x="2138875" y="812800"/>
                  <a:pt x="2082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95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8054824" y="8029518"/>
            <a:ext cx="213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9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092924" y="8435918"/>
            <a:ext cx="205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0635041" y="790518"/>
            <a:ext cx="4927600" cy="3987800"/>
          </a:xfrm>
          <a:custGeom>
            <a:avLst/>
            <a:gdLst/>
            <a:ahLst/>
            <a:cxnLst/>
            <a:rect l="l" t="t" r="r" b="b"/>
            <a:pathLst>
              <a:path w="4927600" h="3987800">
                <a:moveTo>
                  <a:pt x="152414" y="0"/>
                </a:moveTo>
                <a:lnTo>
                  <a:pt x="4775186" y="0"/>
                </a:lnTo>
                <a:cubicBezTo>
                  <a:pt x="4859362" y="0"/>
                  <a:pt x="4927600" y="68238"/>
                  <a:pt x="4927600" y="152414"/>
                </a:cubicBezTo>
                <a:lnTo>
                  <a:pt x="4927600" y="3835386"/>
                </a:lnTo>
                <a:cubicBezTo>
                  <a:pt x="4927600" y="3919562"/>
                  <a:pt x="4859362" y="3987800"/>
                  <a:pt x="4775186" y="3987800"/>
                </a:cubicBezTo>
                <a:lnTo>
                  <a:pt x="152414" y="3987800"/>
                </a:lnTo>
                <a:cubicBezTo>
                  <a:pt x="68238" y="3987800"/>
                  <a:pt x="0" y="3919562"/>
                  <a:pt x="0" y="3835386"/>
                </a:cubicBezTo>
                <a:lnTo>
                  <a:pt x="0" y="152414"/>
                </a:lnTo>
                <a:cubicBezTo>
                  <a:pt x="0" y="68294"/>
                  <a:pt x="68294" y="0"/>
                  <a:pt x="15241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10844591" y="1000068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10962066" y="1114368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4450" y="111125"/>
                </a:moveTo>
                <a:lnTo>
                  <a:pt x="8508" y="111125"/>
                </a:lnTo>
                <a:cubicBezTo>
                  <a:pt x="-139" y="111125"/>
                  <a:pt x="-5452" y="101714"/>
                  <a:pt x="-1007" y="94283"/>
                </a:cubicBezTo>
                <a:lnTo>
                  <a:pt x="17363" y="63654"/>
                </a:lnTo>
                <a:cubicBezTo>
                  <a:pt x="20384" y="58618"/>
                  <a:pt x="25802" y="55563"/>
                  <a:pt x="31671" y="55563"/>
                </a:cubicBezTo>
                <a:lnTo>
                  <a:pt x="64661" y="55563"/>
                </a:lnTo>
                <a:cubicBezTo>
                  <a:pt x="91088" y="10800"/>
                  <a:pt x="130502" y="8543"/>
                  <a:pt x="156860" y="12397"/>
                </a:cubicBezTo>
                <a:cubicBezTo>
                  <a:pt x="161305" y="13057"/>
                  <a:pt x="164778" y="16530"/>
                  <a:pt x="165403" y="20940"/>
                </a:cubicBezTo>
                <a:cubicBezTo>
                  <a:pt x="169257" y="47298"/>
                  <a:pt x="167000" y="86712"/>
                  <a:pt x="122238" y="113139"/>
                </a:cubicBezTo>
                <a:lnTo>
                  <a:pt x="122238" y="146129"/>
                </a:lnTo>
                <a:cubicBezTo>
                  <a:pt x="122238" y="151998"/>
                  <a:pt x="119182" y="157416"/>
                  <a:pt x="114146" y="160437"/>
                </a:cubicBezTo>
                <a:lnTo>
                  <a:pt x="83517" y="178807"/>
                </a:lnTo>
                <a:cubicBezTo>
                  <a:pt x="76121" y="183252"/>
                  <a:pt x="66675" y="177904"/>
                  <a:pt x="66675" y="169292"/>
                </a:cubicBezTo>
                <a:lnTo>
                  <a:pt x="66675" y="133350"/>
                </a:lnTo>
                <a:cubicBezTo>
                  <a:pt x="66675" y="121092"/>
                  <a:pt x="56708" y="111125"/>
                  <a:pt x="44450" y="111125"/>
                </a:cubicBezTo>
                <a:lnTo>
                  <a:pt x="44415" y="111125"/>
                </a:lnTo>
                <a:close/>
                <a:moveTo>
                  <a:pt x="138906" y="55563"/>
                </a:moveTo>
                <a:cubicBezTo>
                  <a:pt x="138906" y="46363"/>
                  <a:pt x="131437" y="38894"/>
                  <a:pt x="122238" y="38894"/>
                </a:cubicBezTo>
                <a:cubicBezTo>
                  <a:pt x="113038" y="38894"/>
                  <a:pt x="105569" y="46363"/>
                  <a:pt x="105569" y="55563"/>
                </a:cubicBezTo>
                <a:cubicBezTo>
                  <a:pt x="105569" y="64762"/>
                  <a:pt x="113038" y="72231"/>
                  <a:pt x="122238" y="72231"/>
                </a:cubicBezTo>
                <a:cubicBezTo>
                  <a:pt x="131437" y="72231"/>
                  <a:pt x="138906" y="64762"/>
                  <a:pt x="138906" y="55563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11352591" y="1025468"/>
            <a:ext cx="115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0844591" y="1566409"/>
            <a:ext cx="4508500" cy="660400"/>
          </a:xfrm>
          <a:custGeom>
            <a:avLst/>
            <a:gdLst/>
            <a:ahLst/>
            <a:cxnLst/>
            <a:rect l="l" t="t" r="r" b="b"/>
            <a:pathLst>
              <a:path w="4508500" h="660400">
                <a:moveTo>
                  <a:pt x="101603" y="0"/>
                </a:moveTo>
                <a:lnTo>
                  <a:pt x="4406897" y="0"/>
                </a:lnTo>
                <a:cubicBezTo>
                  <a:pt x="4463011" y="0"/>
                  <a:pt x="4508500" y="45489"/>
                  <a:pt x="4508500" y="101603"/>
                </a:cubicBezTo>
                <a:lnTo>
                  <a:pt x="4508500" y="558797"/>
                </a:lnTo>
                <a:cubicBezTo>
                  <a:pt x="4508500" y="614911"/>
                  <a:pt x="4463011" y="660400"/>
                  <a:pt x="44068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10960478" y="1718809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55563" y="0"/>
                </a:moveTo>
                <a:cubicBezTo>
                  <a:pt x="61709" y="0"/>
                  <a:pt x="66675" y="4966"/>
                  <a:pt x="66675" y="11112"/>
                </a:cubicBezTo>
                <a:lnTo>
                  <a:pt x="66675" y="22225"/>
                </a:lnTo>
                <a:lnTo>
                  <a:pt x="111125" y="22225"/>
                </a:lnTo>
                <a:cubicBezTo>
                  <a:pt x="117272" y="22225"/>
                  <a:pt x="122238" y="27191"/>
                  <a:pt x="122238" y="33337"/>
                </a:cubicBezTo>
                <a:cubicBezTo>
                  <a:pt x="122238" y="39484"/>
                  <a:pt x="117272" y="44450"/>
                  <a:pt x="111125" y="44450"/>
                </a:cubicBezTo>
                <a:lnTo>
                  <a:pt x="107791" y="44450"/>
                </a:lnTo>
                <a:lnTo>
                  <a:pt x="104874" y="52472"/>
                </a:lnTo>
                <a:cubicBezTo>
                  <a:pt x="99179" y="68168"/>
                  <a:pt x="90602" y="82510"/>
                  <a:pt x="79802" y="94838"/>
                </a:cubicBezTo>
                <a:cubicBezTo>
                  <a:pt x="84733" y="97894"/>
                  <a:pt x="89872" y="100603"/>
                  <a:pt x="95220" y="102999"/>
                </a:cubicBezTo>
                <a:lnTo>
                  <a:pt x="112722" y="110778"/>
                </a:lnTo>
                <a:lnTo>
                  <a:pt x="134322" y="62161"/>
                </a:lnTo>
                <a:cubicBezTo>
                  <a:pt x="136093" y="58132"/>
                  <a:pt x="140087" y="55563"/>
                  <a:pt x="144462" y="55563"/>
                </a:cubicBezTo>
                <a:cubicBezTo>
                  <a:pt x="148838" y="55563"/>
                  <a:pt x="152832" y="58132"/>
                  <a:pt x="154603" y="62161"/>
                </a:cubicBezTo>
                <a:lnTo>
                  <a:pt x="199053" y="162173"/>
                </a:lnTo>
                <a:cubicBezTo>
                  <a:pt x="201553" y="167799"/>
                  <a:pt x="199018" y="174362"/>
                  <a:pt x="193427" y="176828"/>
                </a:cubicBezTo>
                <a:cubicBezTo>
                  <a:pt x="187836" y="179293"/>
                  <a:pt x="181238" y="176793"/>
                  <a:pt x="178772" y="171202"/>
                </a:cubicBezTo>
                <a:lnTo>
                  <a:pt x="171827" y="155575"/>
                </a:lnTo>
                <a:lnTo>
                  <a:pt x="117133" y="155575"/>
                </a:lnTo>
                <a:lnTo>
                  <a:pt x="110187" y="171202"/>
                </a:lnTo>
                <a:cubicBezTo>
                  <a:pt x="107687" y="176828"/>
                  <a:pt x="101124" y="179328"/>
                  <a:pt x="95533" y="176828"/>
                </a:cubicBezTo>
                <a:cubicBezTo>
                  <a:pt x="89942" y="174327"/>
                  <a:pt x="87407" y="167764"/>
                  <a:pt x="89907" y="162173"/>
                </a:cubicBezTo>
                <a:lnTo>
                  <a:pt x="103728" y="131093"/>
                </a:lnTo>
                <a:lnTo>
                  <a:pt x="86226" y="123314"/>
                </a:lnTo>
                <a:cubicBezTo>
                  <a:pt x="78239" y="119772"/>
                  <a:pt x="70599" y="115535"/>
                  <a:pt x="63376" y="110674"/>
                </a:cubicBezTo>
                <a:cubicBezTo>
                  <a:pt x="55979" y="116647"/>
                  <a:pt x="47888" y="121856"/>
                  <a:pt x="39241" y="126196"/>
                </a:cubicBezTo>
                <a:lnTo>
                  <a:pt x="27191" y="132169"/>
                </a:lnTo>
                <a:cubicBezTo>
                  <a:pt x="21704" y="134913"/>
                  <a:pt x="15037" y="132690"/>
                  <a:pt x="12293" y="127203"/>
                </a:cubicBezTo>
                <a:cubicBezTo>
                  <a:pt x="9550" y="121717"/>
                  <a:pt x="11772" y="115049"/>
                  <a:pt x="17259" y="112306"/>
                </a:cubicBezTo>
                <a:lnTo>
                  <a:pt x="29240" y="106298"/>
                </a:lnTo>
                <a:cubicBezTo>
                  <a:pt x="34900" y="103450"/>
                  <a:pt x="40283" y="100151"/>
                  <a:pt x="45353" y="96470"/>
                </a:cubicBezTo>
                <a:cubicBezTo>
                  <a:pt x="40561" y="92060"/>
                  <a:pt x="36046" y="87303"/>
                  <a:pt x="31844" y="82267"/>
                </a:cubicBezTo>
                <a:lnTo>
                  <a:pt x="28337" y="78031"/>
                </a:lnTo>
                <a:cubicBezTo>
                  <a:pt x="24413" y="73308"/>
                  <a:pt x="25038" y="66293"/>
                  <a:pt x="29761" y="62369"/>
                </a:cubicBezTo>
                <a:cubicBezTo>
                  <a:pt x="34483" y="58445"/>
                  <a:pt x="41498" y="59070"/>
                  <a:pt x="45422" y="63793"/>
                </a:cubicBezTo>
                <a:lnTo>
                  <a:pt x="48964" y="68029"/>
                </a:lnTo>
                <a:cubicBezTo>
                  <a:pt x="52958" y="72856"/>
                  <a:pt x="57334" y="77336"/>
                  <a:pt x="61952" y="81469"/>
                </a:cubicBezTo>
                <a:cubicBezTo>
                  <a:pt x="71502" y="70912"/>
                  <a:pt x="79038" y="58514"/>
                  <a:pt x="84004" y="44867"/>
                </a:cubicBezTo>
                <a:lnTo>
                  <a:pt x="84177" y="44450"/>
                </a:lnTo>
                <a:lnTo>
                  <a:pt x="11147" y="44450"/>
                </a:lnTo>
                <a:cubicBezTo>
                  <a:pt x="4966" y="44450"/>
                  <a:pt x="0" y="39484"/>
                  <a:pt x="0" y="33337"/>
                </a:cubicBezTo>
                <a:cubicBezTo>
                  <a:pt x="0" y="27191"/>
                  <a:pt x="4966" y="22225"/>
                  <a:pt x="11112" y="22225"/>
                </a:cubicBezTo>
                <a:lnTo>
                  <a:pt x="44450" y="22225"/>
                </a:lnTo>
                <a:lnTo>
                  <a:pt x="44450" y="11112"/>
                </a:lnTo>
                <a:cubicBezTo>
                  <a:pt x="44450" y="4966"/>
                  <a:pt x="49416" y="0"/>
                  <a:pt x="55563" y="0"/>
                </a:cubicBezTo>
                <a:close/>
                <a:moveTo>
                  <a:pt x="144463" y="94040"/>
                </a:moveTo>
                <a:lnTo>
                  <a:pt x="126995" y="133350"/>
                </a:lnTo>
                <a:lnTo>
                  <a:pt x="161930" y="133350"/>
                </a:lnTo>
                <a:lnTo>
                  <a:pt x="144463" y="94040"/>
                </a:ln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11270041" y="1668009"/>
            <a:ext cx="288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Extensibility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1270041" y="1922009"/>
            <a:ext cx="287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Swap language packs for pan-India rollout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10844591" y="2343490"/>
            <a:ext cx="4508500" cy="660400"/>
          </a:xfrm>
          <a:custGeom>
            <a:avLst/>
            <a:gdLst/>
            <a:ahLst/>
            <a:cxnLst/>
            <a:rect l="l" t="t" r="r" b="b"/>
            <a:pathLst>
              <a:path w="4508500" h="660400">
                <a:moveTo>
                  <a:pt x="101603" y="0"/>
                </a:moveTo>
                <a:lnTo>
                  <a:pt x="4406897" y="0"/>
                </a:lnTo>
                <a:cubicBezTo>
                  <a:pt x="4463011" y="0"/>
                  <a:pt x="4508500" y="45489"/>
                  <a:pt x="4508500" y="101603"/>
                </a:cubicBezTo>
                <a:lnTo>
                  <a:pt x="4508500" y="558797"/>
                </a:lnTo>
                <a:cubicBezTo>
                  <a:pt x="4508500" y="614911"/>
                  <a:pt x="4463011" y="660400"/>
                  <a:pt x="44068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10993816" y="249589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22225"/>
                </a:moveTo>
                <a:cubicBezTo>
                  <a:pt x="0" y="9967"/>
                  <a:pt x="9967" y="0"/>
                  <a:pt x="22225" y="0"/>
                </a:cubicBezTo>
                <a:lnTo>
                  <a:pt x="74141" y="0"/>
                </a:lnTo>
                <a:cubicBezTo>
                  <a:pt x="80045" y="0"/>
                  <a:pt x="85705" y="2327"/>
                  <a:pt x="89872" y="6494"/>
                </a:cubicBezTo>
                <a:lnTo>
                  <a:pt x="126856" y="43512"/>
                </a:lnTo>
                <a:cubicBezTo>
                  <a:pt x="131023" y="47680"/>
                  <a:pt x="133350" y="53340"/>
                  <a:pt x="133350" y="59244"/>
                </a:cubicBezTo>
                <a:lnTo>
                  <a:pt x="133350" y="155575"/>
                </a:lnTo>
                <a:cubicBezTo>
                  <a:pt x="133350" y="167833"/>
                  <a:pt x="123383" y="177800"/>
                  <a:pt x="111125" y="177800"/>
                </a:cubicBezTo>
                <a:lnTo>
                  <a:pt x="22225" y="177800"/>
                </a:lnTo>
                <a:cubicBezTo>
                  <a:pt x="9967" y="177800"/>
                  <a:pt x="0" y="167833"/>
                  <a:pt x="0" y="155575"/>
                </a:cubicBezTo>
                <a:lnTo>
                  <a:pt x="0" y="22225"/>
                </a:lnTo>
                <a:close/>
                <a:moveTo>
                  <a:pt x="72231" y="20315"/>
                </a:moveTo>
                <a:lnTo>
                  <a:pt x="72231" y="52784"/>
                </a:lnTo>
                <a:cubicBezTo>
                  <a:pt x="72231" y="57403"/>
                  <a:pt x="75947" y="61119"/>
                  <a:pt x="80566" y="61119"/>
                </a:cubicBezTo>
                <a:lnTo>
                  <a:pt x="113035" y="61119"/>
                </a:lnTo>
                <a:lnTo>
                  <a:pt x="72231" y="20315"/>
                </a:lnTo>
                <a:close/>
                <a:moveTo>
                  <a:pt x="55563" y="97234"/>
                </a:moveTo>
                <a:lnTo>
                  <a:pt x="55563" y="111125"/>
                </a:lnTo>
                <a:lnTo>
                  <a:pt x="41672" y="111125"/>
                </a:lnTo>
                <a:cubicBezTo>
                  <a:pt x="38616" y="111125"/>
                  <a:pt x="36116" y="113625"/>
                  <a:pt x="36116" y="116681"/>
                </a:cubicBezTo>
                <a:lnTo>
                  <a:pt x="36116" y="127794"/>
                </a:lnTo>
                <a:cubicBezTo>
                  <a:pt x="36116" y="130850"/>
                  <a:pt x="38616" y="133350"/>
                  <a:pt x="41672" y="133350"/>
                </a:cubicBezTo>
                <a:lnTo>
                  <a:pt x="55563" y="133350"/>
                </a:lnTo>
                <a:lnTo>
                  <a:pt x="55563" y="147241"/>
                </a:lnTo>
                <a:cubicBezTo>
                  <a:pt x="55563" y="150297"/>
                  <a:pt x="58063" y="152797"/>
                  <a:pt x="61119" y="152797"/>
                </a:cubicBezTo>
                <a:lnTo>
                  <a:pt x="72231" y="152797"/>
                </a:lnTo>
                <a:cubicBezTo>
                  <a:pt x="75287" y="152797"/>
                  <a:pt x="77788" y="150297"/>
                  <a:pt x="77788" y="147241"/>
                </a:cubicBezTo>
                <a:lnTo>
                  <a:pt x="77788" y="133350"/>
                </a:lnTo>
                <a:lnTo>
                  <a:pt x="91678" y="133350"/>
                </a:lnTo>
                <a:cubicBezTo>
                  <a:pt x="94734" y="133350"/>
                  <a:pt x="97234" y="130850"/>
                  <a:pt x="97234" y="127794"/>
                </a:cubicBezTo>
                <a:lnTo>
                  <a:pt x="97234" y="116681"/>
                </a:lnTo>
                <a:cubicBezTo>
                  <a:pt x="97234" y="113625"/>
                  <a:pt x="94734" y="111125"/>
                  <a:pt x="91678" y="111125"/>
                </a:cubicBezTo>
                <a:lnTo>
                  <a:pt x="77788" y="111125"/>
                </a:lnTo>
                <a:lnTo>
                  <a:pt x="77788" y="97234"/>
                </a:lnTo>
                <a:cubicBezTo>
                  <a:pt x="77788" y="94178"/>
                  <a:pt x="75287" y="91678"/>
                  <a:pt x="72231" y="91678"/>
                </a:cubicBezTo>
                <a:lnTo>
                  <a:pt x="61119" y="91678"/>
                </a:lnTo>
                <a:cubicBezTo>
                  <a:pt x="58063" y="91678"/>
                  <a:pt x="55563" y="94178"/>
                  <a:pt x="55563" y="97234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11270041" y="2445090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Guideline Plugins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1270041" y="2699090"/>
            <a:ext cx="346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State-specific protocols with minimal code change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0844591" y="3120571"/>
            <a:ext cx="4508500" cy="660400"/>
          </a:xfrm>
          <a:custGeom>
            <a:avLst/>
            <a:gdLst/>
            <a:ahLst/>
            <a:cxnLst/>
            <a:rect l="l" t="t" r="r" b="b"/>
            <a:pathLst>
              <a:path w="4508500" h="660400">
                <a:moveTo>
                  <a:pt x="101603" y="0"/>
                </a:moveTo>
                <a:lnTo>
                  <a:pt x="4406897" y="0"/>
                </a:lnTo>
                <a:cubicBezTo>
                  <a:pt x="4463011" y="0"/>
                  <a:pt x="4508500" y="45489"/>
                  <a:pt x="4508500" y="101603"/>
                </a:cubicBezTo>
                <a:lnTo>
                  <a:pt x="4508500" y="558797"/>
                </a:lnTo>
                <a:cubicBezTo>
                  <a:pt x="4508500" y="614911"/>
                  <a:pt x="4463011" y="660400"/>
                  <a:pt x="44068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10960478" y="3272971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86122" y="30559"/>
                </a:moveTo>
                <a:lnTo>
                  <a:pt x="113903" y="30559"/>
                </a:lnTo>
                <a:lnTo>
                  <a:pt x="113903" y="47228"/>
                </a:lnTo>
                <a:lnTo>
                  <a:pt x="86122" y="47228"/>
                </a:lnTo>
                <a:lnTo>
                  <a:pt x="86122" y="30559"/>
                </a:lnTo>
                <a:close/>
                <a:moveTo>
                  <a:pt x="83344" y="11112"/>
                </a:moveTo>
                <a:cubicBezTo>
                  <a:pt x="74141" y="11112"/>
                  <a:pt x="66675" y="18579"/>
                  <a:pt x="66675" y="27781"/>
                </a:cubicBezTo>
                <a:lnTo>
                  <a:pt x="66675" y="50006"/>
                </a:lnTo>
                <a:cubicBezTo>
                  <a:pt x="66675" y="59209"/>
                  <a:pt x="74141" y="66675"/>
                  <a:pt x="83344" y="66675"/>
                </a:cubicBezTo>
                <a:lnTo>
                  <a:pt x="88900" y="66675"/>
                </a:lnTo>
                <a:lnTo>
                  <a:pt x="88900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44450" y="100013"/>
                </a:lnTo>
                <a:lnTo>
                  <a:pt x="44450" y="111125"/>
                </a:lnTo>
                <a:lnTo>
                  <a:pt x="38894" y="111125"/>
                </a:lnTo>
                <a:cubicBezTo>
                  <a:pt x="29691" y="111125"/>
                  <a:pt x="22225" y="118591"/>
                  <a:pt x="22225" y="127794"/>
                </a:cubicBezTo>
                <a:lnTo>
                  <a:pt x="22225" y="150019"/>
                </a:lnTo>
                <a:cubicBezTo>
                  <a:pt x="22225" y="159221"/>
                  <a:pt x="29691" y="166688"/>
                  <a:pt x="38894" y="166688"/>
                </a:cubicBezTo>
                <a:lnTo>
                  <a:pt x="72231" y="166688"/>
                </a:lnTo>
                <a:cubicBezTo>
                  <a:pt x="81434" y="166688"/>
                  <a:pt x="88900" y="159221"/>
                  <a:pt x="88900" y="150019"/>
                </a:cubicBezTo>
                <a:lnTo>
                  <a:pt x="88900" y="127794"/>
                </a:lnTo>
                <a:cubicBezTo>
                  <a:pt x="88900" y="118591"/>
                  <a:pt x="81434" y="111125"/>
                  <a:pt x="72231" y="111125"/>
                </a:cubicBezTo>
                <a:lnTo>
                  <a:pt x="66675" y="111125"/>
                </a:lnTo>
                <a:lnTo>
                  <a:pt x="66675" y="100013"/>
                </a:lnTo>
                <a:lnTo>
                  <a:pt x="133350" y="100013"/>
                </a:lnTo>
                <a:lnTo>
                  <a:pt x="133350" y="111125"/>
                </a:lnTo>
                <a:lnTo>
                  <a:pt x="127794" y="111125"/>
                </a:lnTo>
                <a:cubicBezTo>
                  <a:pt x="118591" y="111125"/>
                  <a:pt x="111125" y="118591"/>
                  <a:pt x="111125" y="127794"/>
                </a:cubicBezTo>
                <a:lnTo>
                  <a:pt x="111125" y="150019"/>
                </a:lnTo>
                <a:cubicBezTo>
                  <a:pt x="111125" y="159221"/>
                  <a:pt x="118591" y="166688"/>
                  <a:pt x="127794" y="166688"/>
                </a:cubicBezTo>
                <a:lnTo>
                  <a:pt x="161131" y="166688"/>
                </a:lnTo>
                <a:cubicBezTo>
                  <a:pt x="170334" y="166688"/>
                  <a:pt x="177800" y="159221"/>
                  <a:pt x="177800" y="150019"/>
                </a:cubicBezTo>
                <a:lnTo>
                  <a:pt x="177800" y="127794"/>
                </a:lnTo>
                <a:cubicBezTo>
                  <a:pt x="177800" y="118591"/>
                  <a:pt x="170334" y="111125"/>
                  <a:pt x="161131" y="111125"/>
                </a:cubicBezTo>
                <a:lnTo>
                  <a:pt x="155575" y="111125"/>
                </a:lnTo>
                <a:lnTo>
                  <a:pt x="155575" y="100013"/>
                </a:lnTo>
                <a:lnTo>
                  <a:pt x="188913" y="100013"/>
                </a:lnTo>
                <a:cubicBezTo>
                  <a:pt x="195059" y="100013"/>
                  <a:pt x="200025" y="95047"/>
                  <a:pt x="200025" y="88900"/>
                </a:cubicBezTo>
                <a:cubicBezTo>
                  <a:pt x="200025" y="82753"/>
                  <a:pt x="195059" y="77788"/>
                  <a:pt x="188913" y="77788"/>
                </a:cubicBezTo>
                <a:lnTo>
                  <a:pt x="111125" y="77788"/>
                </a:lnTo>
                <a:lnTo>
                  <a:pt x="111125" y="66675"/>
                </a:lnTo>
                <a:lnTo>
                  <a:pt x="116681" y="66675"/>
                </a:lnTo>
                <a:cubicBezTo>
                  <a:pt x="125884" y="66675"/>
                  <a:pt x="133350" y="59209"/>
                  <a:pt x="133350" y="50006"/>
                </a:cubicBezTo>
                <a:lnTo>
                  <a:pt x="133350" y="27781"/>
                </a:lnTo>
                <a:cubicBezTo>
                  <a:pt x="133350" y="18579"/>
                  <a:pt x="125884" y="11112"/>
                  <a:pt x="116681" y="11112"/>
                </a:cubicBezTo>
                <a:lnTo>
                  <a:pt x="83344" y="11112"/>
                </a:lnTo>
                <a:close/>
                <a:moveTo>
                  <a:pt x="155575" y="130572"/>
                </a:moveTo>
                <a:lnTo>
                  <a:pt x="158353" y="130572"/>
                </a:lnTo>
                <a:lnTo>
                  <a:pt x="158353" y="147241"/>
                </a:lnTo>
                <a:lnTo>
                  <a:pt x="130572" y="147241"/>
                </a:lnTo>
                <a:lnTo>
                  <a:pt x="130572" y="130572"/>
                </a:lnTo>
                <a:lnTo>
                  <a:pt x="155575" y="130572"/>
                </a:lnTo>
                <a:close/>
                <a:moveTo>
                  <a:pt x="66675" y="130572"/>
                </a:moveTo>
                <a:lnTo>
                  <a:pt x="69453" y="130572"/>
                </a:lnTo>
                <a:lnTo>
                  <a:pt x="69453" y="147241"/>
                </a:lnTo>
                <a:lnTo>
                  <a:pt x="41672" y="147241"/>
                </a:lnTo>
                <a:lnTo>
                  <a:pt x="41672" y="130572"/>
                </a:lnTo>
                <a:lnTo>
                  <a:pt x="66675" y="130572"/>
                </a:ln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11270041" y="3222171"/>
            <a:ext cx="306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API-First Design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270041" y="3476171"/>
            <a:ext cx="3048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ABDM, AB-HWC, state HIS integration ready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10844591" y="3897652"/>
            <a:ext cx="4508500" cy="660400"/>
          </a:xfrm>
          <a:custGeom>
            <a:avLst/>
            <a:gdLst/>
            <a:ahLst/>
            <a:cxnLst/>
            <a:rect l="l" t="t" r="r" b="b"/>
            <a:pathLst>
              <a:path w="4508500" h="660400">
                <a:moveTo>
                  <a:pt x="101603" y="0"/>
                </a:moveTo>
                <a:lnTo>
                  <a:pt x="4406897" y="0"/>
                </a:lnTo>
                <a:cubicBezTo>
                  <a:pt x="4463011" y="0"/>
                  <a:pt x="4508500" y="45489"/>
                  <a:pt x="4508500" y="101603"/>
                </a:cubicBezTo>
                <a:lnTo>
                  <a:pt x="4508500" y="558797"/>
                </a:lnTo>
                <a:cubicBezTo>
                  <a:pt x="4508500" y="614911"/>
                  <a:pt x="4463011" y="660400"/>
                  <a:pt x="44068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10993816" y="4050052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5556" y="22225"/>
                </a:moveTo>
                <a:cubicBezTo>
                  <a:pt x="5556" y="9967"/>
                  <a:pt x="15523" y="0"/>
                  <a:pt x="27781" y="0"/>
                </a:cubicBezTo>
                <a:lnTo>
                  <a:pt x="105569" y="0"/>
                </a:lnTo>
                <a:cubicBezTo>
                  <a:pt x="117827" y="0"/>
                  <a:pt x="127794" y="9967"/>
                  <a:pt x="127794" y="22225"/>
                </a:cubicBezTo>
                <a:lnTo>
                  <a:pt x="127794" y="155575"/>
                </a:lnTo>
                <a:cubicBezTo>
                  <a:pt x="127794" y="167833"/>
                  <a:pt x="117827" y="177800"/>
                  <a:pt x="105569" y="177800"/>
                </a:cubicBezTo>
                <a:lnTo>
                  <a:pt x="27781" y="177800"/>
                </a:lnTo>
                <a:cubicBezTo>
                  <a:pt x="15523" y="177800"/>
                  <a:pt x="5556" y="167833"/>
                  <a:pt x="5556" y="155575"/>
                </a:cubicBezTo>
                <a:lnTo>
                  <a:pt x="5556" y="22225"/>
                </a:lnTo>
                <a:close/>
                <a:moveTo>
                  <a:pt x="27781" y="22225"/>
                </a:moveTo>
                <a:lnTo>
                  <a:pt x="27781" y="127794"/>
                </a:lnTo>
                <a:lnTo>
                  <a:pt x="105569" y="127794"/>
                </a:lnTo>
                <a:lnTo>
                  <a:pt x="105569" y="22225"/>
                </a:lnTo>
                <a:lnTo>
                  <a:pt x="27781" y="22225"/>
                </a:lnTo>
                <a:close/>
                <a:moveTo>
                  <a:pt x="66675" y="163909"/>
                </a:moveTo>
                <a:cubicBezTo>
                  <a:pt x="72822" y="163909"/>
                  <a:pt x="77788" y="158943"/>
                  <a:pt x="77788" y="152797"/>
                </a:cubicBezTo>
                <a:cubicBezTo>
                  <a:pt x="77788" y="146650"/>
                  <a:pt x="72822" y="141684"/>
                  <a:pt x="66675" y="141684"/>
                </a:cubicBezTo>
                <a:cubicBezTo>
                  <a:pt x="60528" y="141684"/>
                  <a:pt x="55563" y="146650"/>
                  <a:pt x="55563" y="152797"/>
                </a:cubicBezTo>
                <a:cubicBezTo>
                  <a:pt x="55563" y="158943"/>
                  <a:pt x="60528" y="163909"/>
                  <a:pt x="66675" y="163909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11270041" y="3999252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D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Multi-Channel Output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1270041" y="4253252"/>
            <a:ext cx="3213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WhatsApp, SMS, print, voice—universal access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10628691" y="4984693"/>
            <a:ext cx="4940300" cy="3975100"/>
          </a:xfrm>
          <a:custGeom>
            <a:avLst/>
            <a:gdLst/>
            <a:ahLst/>
            <a:cxnLst/>
            <a:rect l="l" t="t" r="r" b="b"/>
            <a:pathLst>
              <a:path w="4940300" h="3975100">
                <a:moveTo>
                  <a:pt x="152405" y="0"/>
                </a:moveTo>
                <a:lnTo>
                  <a:pt x="4787895" y="0"/>
                </a:lnTo>
                <a:cubicBezTo>
                  <a:pt x="4872066" y="0"/>
                  <a:pt x="4940300" y="68234"/>
                  <a:pt x="4940300" y="152405"/>
                </a:cubicBezTo>
                <a:lnTo>
                  <a:pt x="4940300" y="3822695"/>
                </a:lnTo>
                <a:cubicBezTo>
                  <a:pt x="4940300" y="3906866"/>
                  <a:pt x="4872066" y="3975100"/>
                  <a:pt x="4787895" y="3975100"/>
                </a:cubicBezTo>
                <a:lnTo>
                  <a:pt x="152405" y="3975100"/>
                </a:lnTo>
                <a:cubicBezTo>
                  <a:pt x="68234" y="3975100"/>
                  <a:pt x="0" y="3906866"/>
                  <a:pt x="0" y="382269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5856D6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10831891" y="518789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10938253" y="5302193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0013" y="11112"/>
                </a:moveTo>
                <a:cubicBezTo>
                  <a:pt x="71953" y="11112"/>
                  <a:pt x="49485" y="23892"/>
                  <a:pt x="33129" y="39102"/>
                </a:cubicBezTo>
                <a:cubicBezTo>
                  <a:pt x="16877" y="54208"/>
                  <a:pt x="6008" y="72231"/>
                  <a:pt x="833" y="84629"/>
                </a:cubicBezTo>
                <a:cubicBezTo>
                  <a:pt x="-313" y="87372"/>
                  <a:pt x="-313" y="90428"/>
                  <a:pt x="833" y="93171"/>
                </a:cubicBezTo>
                <a:cubicBezTo>
                  <a:pt x="6008" y="105569"/>
                  <a:pt x="16877" y="123627"/>
                  <a:pt x="33129" y="138698"/>
                </a:cubicBezTo>
                <a:cubicBezTo>
                  <a:pt x="49485" y="153873"/>
                  <a:pt x="71953" y="166688"/>
                  <a:pt x="100013" y="166688"/>
                </a:cubicBezTo>
                <a:cubicBezTo>
                  <a:pt x="128072" y="166688"/>
                  <a:pt x="150540" y="153908"/>
                  <a:pt x="166896" y="138698"/>
                </a:cubicBezTo>
                <a:cubicBezTo>
                  <a:pt x="183148" y="123592"/>
                  <a:pt x="194017" y="105569"/>
                  <a:pt x="199192" y="93171"/>
                </a:cubicBezTo>
                <a:cubicBezTo>
                  <a:pt x="200338" y="90428"/>
                  <a:pt x="200338" y="87372"/>
                  <a:pt x="199192" y="84629"/>
                </a:cubicBezTo>
                <a:cubicBezTo>
                  <a:pt x="194017" y="72231"/>
                  <a:pt x="183148" y="54173"/>
                  <a:pt x="166896" y="39102"/>
                </a:cubicBezTo>
                <a:cubicBezTo>
                  <a:pt x="150540" y="23927"/>
                  <a:pt x="128072" y="11112"/>
                  <a:pt x="100013" y="11112"/>
                </a:cubicBezTo>
                <a:close/>
                <a:moveTo>
                  <a:pt x="50006" y="88900"/>
                </a:moveTo>
                <a:cubicBezTo>
                  <a:pt x="50006" y="61301"/>
                  <a:pt x="72413" y="38894"/>
                  <a:pt x="100013" y="38894"/>
                </a:cubicBezTo>
                <a:cubicBezTo>
                  <a:pt x="127612" y="38894"/>
                  <a:pt x="150019" y="61301"/>
                  <a:pt x="150019" y="88900"/>
                </a:cubicBezTo>
                <a:cubicBezTo>
                  <a:pt x="150019" y="116499"/>
                  <a:pt x="127612" y="138906"/>
                  <a:pt x="100013" y="138906"/>
                </a:cubicBezTo>
                <a:cubicBezTo>
                  <a:pt x="72413" y="138906"/>
                  <a:pt x="50006" y="116499"/>
                  <a:pt x="50006" y="88900"/>
                </a:cubicBezTo>
                <a:close/>
                <a:moveTo>
                  <a:pt x="100013" y="66675"/>
                </a:moveTo>
                <a:cubicBezTo>
                  <a:pt x="100013" y="78933"/>
                  <a:pt x="90046" y="88900"/>
                  <a:pt x="77788" y="88900"/>
                </a:cubicBezTo>
                <a:cubicBezTo>
                  <a:pt x="73794" y="88900"/>
                  <a:pt x="70043" y="87858"/>
                  <a:pt x="66779" y="85983"/>
                </a:cubicBezTo>
                <a:cubicBezTo>
                  <a:pt x="66432" y="89768"/>
                  <a:pt x="66744" y="93658"/>
                  <a:pt x="67786" y="97512"/>
                </a:cubicBezTo>
                <a:cubicBezTo>
                  <a:pt x="72544" y="115292"/>
                  <a:pt x="90845" y="125849"/>
                  <a:pt x="108625" y="121092"/>
                </a:cubicBezTo>
                <a:cubicBezTo>
                  <a:pt x="126405" y="116334"/>
                  <a:pt x="136962" y="98033"/>
                  <a:pt x="132204" y="80253"/>
                </a:cubicBezTo>
                <a:cubicBezTo>
                  <a:pt x="127967" y="64383"/>
                  <a:pt x="112931" y="54278"/>
                  <a:pt x="97095" y="55667"/>
                </a:cubicBezTo>
                <a:cubicBezTo>
                  <a:pt x="98936" y="58896"/>
                  <a:pt x="100013" y="62647"/>
                  <a:pt x="100013" y="666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11339891" y="5213293"/>
            <a:ext cx="162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National Vision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10838241" y="5890759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11121808" y="5839959"/>
            <a:ext cx="4343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Nationwide deployment across 1.5L+ Ayushman Arogya Mandirs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10825541" y="666784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11103089" y="6617040"/>
            <a:ext cx="4356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Anonymized analytics on adherence, follow-up patterns, disease burden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10831891" y="7444921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11117442" y="7394121"/>
            <a:ext cx="4343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PHC-level insights for public health planning &amp; resource allocation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10831891" y="8222002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11115392" y="8171202"/>
            <a:ext cx="4343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PHCs from repetition factories to effective care hubs</a:t>
            </a:r>
            <a:endParaRPr lang="en-US" sz="1600" dirty="0"/>
          </a:p>
        </p:txBody>
      </p:sp>
      <p:sp>
        <p:nvSpPr>
          <p:cNvPr id="103" name="Text 101"/>
          <p:cNvSpPr/>
          <p:nvPr/>
        </p:nvSpPr>
        <p:spPr>
          <a:xfrm>
            <a:off x="15080041" y="8886768"/>
            <a:ext cx="95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686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Slide 3 of 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642</Words>
  <Application>Microsoft Office PowerPoint</Application>
  <PresentationFormat>Custom</PresentationFormat>
  <Paragraphs>120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Liter</vt:lpstr>
      <vt:lpstr>Custom Theme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JanMitra Health - ET GenAI Hackathon</dc:title>
  <dc:subject>JanMitra Health - ET GenAI Hackathon</dc:subject>
  <dc:creator>Kimi</dc:creator>
  <cp:lastModifiedBy>Divyanshu Patel</cp:lastModifiedBy>
  <cp:revision>3</cp:revision>
  <dcterms:created xsi:type="dcterms:W3CDTF">2026-02-15T15:31:58Z</dcterms:created>
  <dcterms:modified xsi:type="dcterms:W3CDTF">2026-02-15T15:48:46Z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{"Label":"JanMitra Health - ET GenAI Hackathon","ContentProducer":"001191110108MACG2KBH8F10000","ProduceID":"19c6195f-ca22-8282-8000-0000673e39a3","ReservedCode1":"","ContentPropagator":"001191110108MACG2KBH8F20000","PropagateID":"19c6195f-ca22-8282-8000-0000673e39a3","ReservedCode2":""}</vt:lpwstr>
  </property>
</Properties>
</file>